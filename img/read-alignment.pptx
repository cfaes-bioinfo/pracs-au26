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7"/>
    <p:restoredTop sz="94719"/>
  </p:normalViewPr>
  <p:slideViewPr>
    <p:cSldViewPr snapToGrid="0">
      <p:cViewPr>
        <p:scale>
          <a:sx n="216" d="100"/>
          <a:sy n="216" d="100"/>
        </p:scale>
        <p:origin x="-8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7593-C704-3661-F878-67295A78F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9FD77-ECE1-83D4-2DDB-B0F6B49EC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090DF-BBBD-96F6-4287-6EAA5DC4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AB973-3B23-B1A6-1E47-7C02E13F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DC67-76CD-092A-C406-1EE0580D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5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810F-FA37-DB7F-2508-CA44C223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325B-1975-F930-6CFF-09D26670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099D5-A655-98D9-A760-33730832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15C45-3D4E-4533-A40E-F06315AC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7117-0C91-8451-FFD8-312C8F50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5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2C68-E930-C27A-2E20-854BFD53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120E0-8D62-E63D-1F41-B442FA8FE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684D-6541-5CC6-A04D-CCE3A12C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60E0A-F091-3F88-CFDA-DCCB4AD5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2141-2D84-4CA4-5A18-16B1C843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6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5DD4-C7DE-A0C0-1890-DA808BA0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3E5DC-462D-5BFE-DD92-BF2B83D7D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32554-C937-4195-F183-E5E92DB8B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634DE-F00E-56C0-9BCB-C55C45C9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B4CC2-79A8-47F7-9D67-068DC571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4E3A9-FB22-3B26-4FDA-661E46E3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1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FB1B-6558-5692-9B4D-5F21965C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03D42-57BE-8056-98CF-59994BEA0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A66F9-F517-8946-081F-1427E8644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87B23-5438-ED0F-1B1B-721AD9678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E43A7-5604-CC37-6F0D-5C5291AC2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807263-B172-777A-1C89-AD383247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0237C-6DB0-6C62-C47D-8312194E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31CF9-8BB4-173C-818C-FF95C87D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8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DC62-6015-0827-5D1E-14003E7E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5B868-213B-65CC-619E-8786AF0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D3F24-89C8-07A0-373D-B1144AE2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85917-7606-22C3-368B-2A89E949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1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B75CA-480D-CAF4-5F13-A8086A5A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7D36C-0D78-53B8-9932-2150B2E4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9946-C58F-465E-AF62-05868F69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4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689C-76F8-9D57-07D2-EAD8CC18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5822-0723-FAAD-B941-9611005E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FA878-36CD-E802-5B82-1E547509A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6886F-6C15-AAEE-A59C-DC054C83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142ED-E517-150D-571E-72B6902B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00A84-3415-61FD-D776-373A88DC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0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B608E-24F4-3B11-74F3-F2330234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1481C-AFB2-33D5-6F40-5A77D237E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2B46D-0481-AD81-2D47-1A94886A4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53E5E-25FA-A1B6-EAFD-D5DF2AC5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8771F-5F4A-FE61-2B0D-269ED1E6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6DDB2-BAA0-9C16-3140-B34E54DA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4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A693-C04B-9630-8541-05175124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6D163-0872-3B86-F6D1-1A116F66F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455B8-6A79-30EB-8188-C1049CA7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F99B4-28EE-2D52-F807-68C7F223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0D58C-FA9B-4566-8E88-6C341B51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3E5EC-E636-5283-82FC-620B9DB69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FFB9E-C6BF-3BC4-1219-2A2ED74D6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D6AD3-8BEC-DFA8-1F6D-8606EABC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22B0-16A3-81A7-473D-8300427A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A97B0-6D82-AD4E-3DB2-945A35DF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8384C-A6C8-AD04-7E24-78ACDDB8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759A-ACC9-F0A2-585B-C99F47BF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E4FAB-E014-1B6F-BDEE-16C3CD05E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94D3A-5671-8A49-9AEF-18E5BEA94A87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72AFD-D57E-7642-568B-04E22E017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49E8-85E8-710A-7D31-F49057CB4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5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84378F-D1AD-4124-54BB-26A3098C933C}"/>
              </a:ext>
            </a:extLst>
          </p:cNvPr>
          <p:cNvCxnSpPr>
            <a:cxnSpLocks/>
          </p:cNvCxnSpPr>
          <p:nvPr/>
        </p:nvCxnSpPr>
        <p:spPr>
          <a:xfrm>
            <a:off x="1470619" y="411191"/>
            <a:ext cx="533845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B409D4-10EA-EAF2-7B82-9C25B3A50BE6}"/>
              </a:ext>
            </a:extLst>
          </p:cNvPr>
          <p:cNvCxnSpPr>
            <a:cxnSpLocks/>
          </p:cNvCxnSpPr>
          <p:nvPr/>
        </p:nvCxnSpPr>
        <p:spPr>
          <a:xfrm>
            <a:off x="2004464" y="411191"/>
            <a:ext cx="242047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18DDFC-1F62-A399-EA2D-06AA7A95A49A}"/>
              </a:ext>
            </a:extLst>
          </p:cNvPr>
          <p:cNvCxnSpPr>
            <a:cxnSpLocks/>
          </p:cNvCxnSpPr>
          <p:nvPr/>
        </p:nvCxnSpPr>
        <p:spPr>
          <a:xfrm>
            <a:off x="1470619" y="767494"/>
            <a:ext cx="775892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AFE111-A09E-2202-0283-AD84943F0A85}"/>
              </a:ext>
            </a:extLst>
          </p:cNvPr>
          <p:cNvCxnSpPr>
            <a:cxnSpLocks/>
          </p:cNvCxnSpPr>
          <p:nvPr/>
        </p:nvCxnSpPr>
        <p:spPr>
          <a:xfrm>
            <a:off x="2227032" y="307356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12FE6C-C2F0-91FB-9941-AF78E25A24B5}"/>
              </a:ext>
            </a:extLst>
          </p:cNvPr>
          <p:cNvCxnSpPr>
            <a:cxnSpLocks/>
          </p:cNvCxnSpPr>
          <p:nvPr/>
        </p:nvCxnSpPr>
        <p:spPr>
          <a:xfrm>
            <a:off x="972999" y="3382751"/>
            <a:ext cx="6428509" cy="0"/>
          </a:xfrm>
          <a:prstGeom prst="line">
            <a:avLst/>
          </a:prstGeom>
          <a:ln w="698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BFFD83-923E-77D8-6B26-120AF2782987}"/>
              </a:ext>
            </a:extLst>
          </p:cNvPr>
          <p:cNvCxnSpPr>
            <a:cxnSpLocks/>
          </p:cNvCxnSpPr>
          <p:nvPr/>
        </p:nvCxnSpPr>
        <p:spPr>
          <a:xfrm>
            <a:off x="1453290" y="3382751"/>
            <a:ext cx="2325236" cy="0"/>
          </a:xfrm>
          <a:prstGeom prst="line">
            <a:avLst/>
          </a:prstGeom>
          <a:ln w="158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5FF8D2-2DB5-DC09-6FA2-B7ABFCA260A6}"/>
              </a:ext>
            </a:extLst>
          </p:cNvPr>
          <p:cNvCxnSpPr>
            <a:cxnSpLocks/>
          </p:cNvCxnSpPr>
          <p:nvPr/>
        </p:nvCxnSpPr>
        <p:spPr>
          <a:xfrm>
            <a:off x="4304320" y="3382751"/>
            <a:ext cx="2598425" cy="0"/>
          </a:xfrm>
          <a:prstGeom prst="line">
            <a:avLst/>
          </a:prstGeom>
          <a:ln w="1587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1FD217-4D40-C033-9BDE-B949930AB064}"/>
              </a:ext>
            </a:extLst>
          </p:cNvPr>
          <p:cNvCxnSpPr>
            <a:cxnSpLocks/>
          </p:cNvCxnSpPr>
          <p:nvPr/>
        </p:nvCxnSpPr>
        <p:spPr>
          <a:xfrm>
            <a:off x="3595699" y="307356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FAE7CA-E1EB-37DA-976F-8D8F2E79C283}"/>
              </a:ext>
            </a:extLst>
          </p:cNvPr>
          <p:cNvCxnSpPr>
            <a:cxnSpLocks/>
          </p:cNvCxnSpPr>
          <p:nvPr/>
        </p:nvCxnSpPr>
        <p:spPr>
          <a:xfrm>
            <a:off x="2665759" y="141102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A593C5-215C-73DA-062E-040AE609FA11}"/>
              </a:ext>
            </a:extLst>
          </p:cNvPr>
          <p:cNvCxnSpPr>
            <a:cxnSpLocks/>
          </p:cNvCxnSpPr>
          <p:nvPr/>
        </p:nvCxnSpPr>
        <p:spPr>
          <a:xfrm>
            <a:off x="3617947" y="582766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DA6FBB-755F-A800-CF1F-94D28249ACB3}"/>
              </a:ext>
            </a:extLst>
          </p:cNvPr>
          <p:cNvCxnSpPr>
            <a:cxnSpLocks/>
          </p:cNvCxnSpPr>
          <p:nvPr/>
        </p:nvCxnSpPr>
        <p:spPr>
          <a:xfrm>
            <a:off x="1470909" y="972513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A52AD3-D9B1-D565-07C7-18882135A262}"/>
              </a:ext>
            </a:extLst>
          </p:cNvPr>
          <p:cNvCxnSpPr>
            <a:cxnSpLocks/>
          </p:cNvCxnSpPr>
          <p:nvPr/>
        </p:nvCxnSpPr>
        <p:spPr>
          <a:xfrm>
            <a:off x="2302018" y="949285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CFA6AE-073A-7364-57B6-2E8FE82A5460}"/>
              </a:ext>
            </a:extLst>
          </p:cNvPr>
          <p:cNvCxnSpPr>
            <a:cxnSpLocks/>
          </p:cNvCxnSpPr>
          <p:nvPr/>
        </p:nvCxnSpPr>
        <p:spPr>
          <a:xfrm>
            <a:off x="2110861" y="1184811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C66A18-3E19-8DD0-6976-08BC8A9F40D5}"/>
              </a:ext>
            </a:extLst>
          </p:cNvPr>
          <p:cNvCxnSpPr>
            <a:cxnSpLocks/>
          </p:cNvCxnSpPr>
          <p:nvPr/>
        </p:nvCxnSpPr>
        <p:spPr>
          <a:xfrm>
            <a:off x="3906202" y="1248721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BEF6B1D-C020-F8DF-FA71-028F4A49D007}"/>
              </a:ext>
            </a:extLst>
          </p:cNvPr>
          <p:cNvCxnSpPr>
            <a:cxnSpLocks/>
          </p:cNvCxnSpPr>
          <p:nvPr/>
        </p:nvCxnSpPr>
        <p:spPr>
          <a:xfrm>
            <a:off x="3230146" y="418192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BCA192-F358-720B-E266-52AA79EA3777}"/>
              </a:ext>
            </a:extLst>
          </p:cNvPr>
          <p:cNvCxnSpPr>
            <a:cxnSpLocks/>
          </p:cNvCxnSpPr>
          <p:nvPr/>
        </p:nvCxnSpPr>
        <p:spPr>
          <a:xfrm>
            <a:off x="2537419" y="669781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85EA83-6515-6816-7A28-3B0B2F0917E6}"/>
              </a:ext>
            </a:extLst>
          </p:cNvPr>
          <p:cNvCxnSpPr>
            <a:cxnSpLocks/>
          </p:cNvCxnSpPr>
          <p:nvPr/>
        </p:nvCxnSpPr>
        <p:spPr>
          <a:xfrm>
            <a:off x="2689819" y="816281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4E795C-B40E-AD5D-6C57-A6B5FFEEC796}"/>
              </a:ext>
            </a:extLst>
          </p:cNvPr>
          <p:cNvCxnSpPr>
            <a:cxnSpLocks/>
          </p:cNvCxnSpPr>
          <p:nvPr/>
        </p:nvCxnSpPr>
        <p:spPr>
          <a:xfrm>
            <a:off x="3733556" y="949285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522EC1F-CC3E-AFA2-38D5-3148027A1AF1}"/>
              </a:ext>
            </a:extLst>
          </p:cNvPr>
          <p:cNvCxnSpPr>
            <a:cxnSpLocks/>
          </p:cNvCxnSpPr>
          <p:nvPr/>
        </p:nvCxnSpPr>
        <p:spPr>
          <a:xfrm>
            <a:off x="1616663" y="1360987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9531DF3-31D1-76F6-2124-AD56D833916F}"/>
              </a:ext>
            </a:extLst>
          </p:cNvPr>
          <p:cNvCxnSpPr>
            <a:cxnSpLocks/>
          </p:cNvCxnSpPr>
          <p:nvPr/>
        </p:nvCxnSpPr>
        <p:spPr>
          <a:xfrm>
            <a:off x="2767494" y="1360987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F482ED-1E92-3FFE-49A8-BA042B0F3334}"/>
              </a:ext>
            </a:extLst>
          </p:cNvPr>
          <p:cNvCxnSpPr>
            <a:cxnSpLocks/>
          </p:cNvCxnSpPr>
          <p:nvPr/>
        </p:nvCxnSpPr>
        <p:spPr>
          <a:xfrm>
            <a:off x="2498662" y="496732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18CE822-927A-B7B9-FC8E-9826B1859B22}"/>
              </a:ext>
            </a:extLst>
          </p:cNvPr>
          <p:cNvCxnSpPr>
            <a:cxnSpLocks/>
          </p:cNvCxnSpPr>
          <p:nvPr/>
        </p:nvCxnSpPr>
        <p:spPr>
          <a:xfrm>
            <a:off x="3847610" y="767494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5DCBD6A-0102-272C-3EC2-29D14EBCAACA}"/>
              </a:ext>
            </a:extLst>
          </p:cNvPr>
          <p:cNvCxnSpPr>
            <a:cxnSpLocks/>
          </p:cNvCxnSpPr>
          <p:nvPr/>
        </p:nvCxnSpPr>
        <p:spPr>
          <a:xfrm>
            <a:off x="2820097" y="1066289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3F1599C-68C7-1C2B-70E0-14064DE32AC6}"/>
              </a:ext>
            </a:extLst>
          </p:cNvPr>
          <p:cNvCxnSpPr>
            <a:cxnSpLocks/>
          </p:cNvCxnSpPr>
          <p:nvPr/>
        </p:nvCxnSpPr>
        <p:spPr>
          <a:xfrm>
            <a:off x="3770221" y="418192"/>
            <a:ext cx="242047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EAF8435-1D3F-64E4-CB8C-3A9BE239EBEC}"/>
              </a:ext>
            </a:extLst>
          </p:cNvPr>
          <p:cNvCxnSpPr>
            <a:cxnSpLocks/>
          </p:cNvCxnSpPr>
          <p:nvPr/>
        </p:nvCxnSpPr>
        <p:spPr>
          <a:xfrm>
            <a:off x="4509158" y="1248721"/>
            <a:ext cx="172646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CA5B294-217E-3C76-2520-03711170EC33}"/>
              </a:ext>
            </a:extLst>
          </p:cNvPr>
          <p:cNvCxnSpPr>
            <a:cxnSpLocks/>
          </p:cNvCxnSpPr>
          <p:nvPr/>
        </p:nvCxnSpPr>
        <p:spPr>
          <a:xfrm>
            <a:off x="3002634" y="1184811"/>
            <a:ext cx="775892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2BD04D-D282-934A-906D-D89A0351C242}"/>
              </a:ext>
            </a:extLst>
          </p:cNvPr>
          <p:cNvCxnSpPr>
            <a:cxnSpLocks/>
          </p:cNvCxnSpPr>
          <p:nvPr/>
        </p:nvCxnSpPr>
        <p:spPr>
          <a:xfrm>
            <a:off x="3292775" y="816281"/>
            <a:ext cx="172646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08103A0-7B54-5F05-8E3F-5545C1F65482}"/>
              </a:ext>
            </a:extLst>
          </p:cNvPr>
          <p:cNvCxnSpPr>
            <a:cxnSpLocks/>
          </p:cNvCxnSpPr>
          <p:nvPr/>
        </p:nvCxnSpPr>
        <p:spPr>
          <a:xfrm>
            <a:off x="2004464" y="972513"/>
            <a:ext cx="242047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385C2F0-98AE-774E-EDDD-1DAA63297694}"/>
              </a:ext>
            </a:extLst>
          </p:cNvPr>
          <p:cNvCxnSpPr>
            <a:cxnSpLocks/>
          </p:cNvCxnSpPr>
          <p:nvPr/>
        </p:nvCxnSpPr>
        <p:spPr>
          <a:xfrm>
            <a:off x="2150218" y="1360987"/>
            <a:ext cx="242047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3D0DB6A-FD55-86DC-8C6F-15AEE7C00605}"/>
              </a:ext>
            </a:extLst>
          </p:cNvPr>
          <p:cNvSpPr txBox="1"/>
          <p:nvPr/>
        </p:nvSpPr>
        <p:spPr>
          <a:xfrm>
            <a:off x="4875363" y="463377"/>
            <a:ext cx="166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reads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BE90216-63B8-47BE-B88C-C16988984E45}"/>
              </a:ext>
            </a:extLst>
          </p:cNvPr>
          <p:cNvCxnSpPr>
            <a:cxnSpLocks/>
          </p:cNvCxnSpPr>
          <p:nvPr/>
        </p:nvCxnSpPr>
        <p:spPr>
          <a:xfrm>
            <a:off x="2039861" y="1108198"/>
            <a:ext cx="242047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350A620-1578-1A36-00E9-7C5F1442B268}"/>
              </a:ext>
            </a:extLst>
          </p:cNvPr>
          <p:cNvSpPr txBox="1"/>
          <p:nvPr/>
        </p:nvSpPr>
        <p:spPr>
          <a:xfrm>
            <a:off x="4875363" y="2081564"/>
            <a:ext cx="232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Processed reads</a:t>
            </a:r>
          </a:p>
        </p:txBody>
      </p:sp>
      <p:sp>
        <p:nvSpPr>
          <p:cNvPr id="58" name="Down Arrow 57">
            <a:extLst>
              <a:ext uri="{FF2B5EF4-FFF2-40B4-BE49-F238E27FC236}">
                <a16:creationId xmlns:a16="http://schemas.microsoft.com/office/drawing/2014/main" id="{E6379F22-FA7F-C765-2573-01F5636E381E}"/>
              </a:ext>
            </a:extLst>
          </p:cNvPr>
          <p:cNvSpPr/>
          <p:nvPr/>
        </p:nvSpPr>
        <p:spPr>
          <a:xfrm>
            <a:off x="3167954" y="1516134"/>
            <a:ext cx="145067" cy="365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>
            <a:extLst>
              <a:ext uri="{FF2B5EF4-FFF2-40B4-BE49-F238E27FC236}">
                <a16:creationId xmlns:a16="http://schemas.microsoft.com/office/drawing/2014/main" id="{265043FA-2AB9-7962-DF90-244A430CBF49}"/>
              </a:ext>
            </a:extLst>
          </p:cNvPr>
          <p:cNvSpPr/>
          <p:nvPr/>
        </p:nvSpPr>
        <p:spPr>
          <a:xfrm>
            <a:off x="3167954" y="2827001"/>
            <a:ext cx="145067" cy="3657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45FD73-3DA7-0858-82B1-9A7483F0CF14}"/>
              </a:ext>
            </a:extLst>
          </p:cNvPr>
          <p:cNvSpPr txBox="1"/>
          <p:nvPr/>
        </p:nvSpPr>
        <p:spPr>
          <a:xfrm>
            <a:off x="5919012" y="2854472"/>
            <a:ext cx="232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Aligned reads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7DFBFC-AA24-293E-3BFF-C388465B4934}"/>
              </a:ext>
            </a:extLst>
          </p:cNvPr>
          <p:cNvSpPr txBox="1"/>
          <p:nvPr/>
        </p:nvSpPr>
        <p:spPr>
          <a:xfrm>
            <a:off x="4998713" y="3804268"/>
            <a:ext cx="2324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 counts</a:t>
            </a:r>
            <a:br>
              <a:rPr lang="en-US" dirty="0"/>
            </a:br>
            <a:r>
              <a:rPr lang="en-US" dirty="0"/>
              <a:t>(across 2 or 3 samples)</a:t>
            </a:r>
          </a:p>
        </p:txBody>
      </p:sp>
    </p:spTree>
    <p:extLst>
      <p:ext uri="{BB962C8B-B14F-4D97-AF65-F5344CB8AC3E}">
        <p14:creationId xmlns:p14="http://schemas.microsoft.com/office/powerpoint/2010/main" val="78970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16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2</cp:revision>
  <dcterms:created xsi:type="dcterms:W3CDTF">2025-08-27T21:57:42Z</dcterms:created>
  <dcterms:modified xsi:type="dcterms:W3CDTF">2025-08-28T12:14:35Z</dcterms:modified>
</cp:coreProperties>
</file>