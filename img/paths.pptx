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4694"/>
  </p:normalViewPr>
  <p:slideViewPr>
    <p:cSldViewPr snapToGrid="0">
      <p:cViewPr varScale="1">
        <p:scale>
          <a:sx n="96" d="100"/>
          <a:sy n="96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9D30-C647-C509-26D1-7F4DA9329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02C8B-ECD6-D373-05F5-32C3816FE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DC007-A0A1-87F6-462F-383918CA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83DE3-612B-78C1-D461-B3A2A70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D55E-D1A5-35F2-EFE2-4B27720C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6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BE14-A843-9062-348C-AC8F478C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98F4-60CC-03AD-3178-60715720E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DC3F4-C379-42CC-650F-2DE21F6D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6AA4A-C05B-68BD-5475-51EAE61F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6CE4D-9985-A148-0AF7-EF6F14FC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6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F9AA-3A53-C809-C062-82695DEA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CCA72-2329-63B5-3EB2-3398EDA50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50B44-91CD-C281-3E52-66687FFE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EAAF-8195-E673-B9C2-B86730FE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832B5-DEAC-D02F-FFF0-FEEFE721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4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C8A6-350C-A151-A4A7-50C75246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1653-EB62-B53E-9818-18FD3110C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32D-7E1E-21E4-E21B-0628FAE8D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B927A-187F-EDCD-ECE1-665FB398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E5A5A-E8EF-13FF-9101-CF2E6353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1B474-29C6-6402-F353-9B64789B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4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0A59-56C8-0562-8584-99D747C3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1E4D1-4C39-13A8-C3D1-3036768C4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D6AF8-DAB1-6E40-48CD-F24799847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BAB90-39A5-9983-B221-BA2AA9AC5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1E335-08C7-FAAD-F8E9-A997C7ACF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E1C9F-B717-4238-D036-0DAE58FD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750BD-A805-7DAB-78FD-9B765967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0F172-B039-7118-D234-CF927681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6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D11F-DC20-1AF9-F685-EA8AA0E4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8BD8A-B92E-1071-BE9C-EF77E18F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3D408-4921-B5C4-E699-9B809CD5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83C3D-7901-44AD-38D0-AC0E1059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0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B45A4-B3A7-B88F-3C0E-66436468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84429-C049-D448-967D-F5ACB9B1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27C8-29E1-94BC-1885-A9606A77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73D5-6479-F8FD-F6E0-BBFC5DC5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F0F9-882B-1471-944E-3B264EF1D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57C62-F75C-430D-0A31-03759A9A5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02C56-2830-AEAB-1CDD-E0FF5E57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CEC7F-0A33-47C6-7F87-D7C669BA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E0CF9-7C7A-9C00-828D-3A888F8D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2A6E-9260-2F6A-E031-DB11E21E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F66BE-E7B1-F684-5F33-E0756CB28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F2DDE-6903-B919-F891-AF92CB9A3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D9435-486B-38C2-5072-66623107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74912-A553-9BA3-C29A-D09355DD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35ABB-1A7E-A029-6ED1-7B2D029F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6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9E91-3668-B834-ED13-C9D2D5E2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E35E3-BD06-DDB7-5807-6A8AEBF29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3174-E810-1BD3-0F7C-F1308E50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9DE2A-2153-B49A-3C12-427FD531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CF5E0-3A9A-0D4F-CE46-610B2469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28A71-086D-97EB-DE91-3839FB9BE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EA11E-2170-51A4-B897-21DE7DCA3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F30B7-BE36-1D1E-4BCA-FD920DEF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4B39-9C8A-230B-43CA-1FC9FD3B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28464-799F-C502-889D-4A6F2632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AE4DE-3D88-D519-6A66-465EC967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D3C4-A5D6-04F0-2248-D70E3C5EE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2340-E8C6-14C1-43E8-4541D0DEF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137D5-C1D9-4039-85DE-1500BB1C453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73472-B435-3367-AE2F-D50AA7D9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1AD4F-134E-C0A2-3226-CD08DE9AF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4F269-6D14-48F0-B1EE-DC7E1068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8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2271E4-071F-3574-A554-449517E27168}"/>
              </a:ext>
            </a:extLst>
          </p:cNvPr>
          <p:cNvCxnSpPr>
            <a:cxnSpLocks/>
          </p:cNvCxnSpPr>
          <p:nvPr/>
        </p:nvCxnSpPr>
        <p:spPr>
          <a:xfrm flipH="1">
            <a:off x="4800044" y="743774"/>
            <a:ext cx="319889" cy="410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One Rounded and One Snipped 13">
            <a:extLst>
              <a:ext uri="{FF2B5EF4-FFF2-40B4-BE49-F238E27FC236}">
                <a16:creationId xmlns:a16="http://schemas.microsoft.com/office/drawing/2014/main" id="{25169E7C-D9A7-9DBC-8C4F-398281B655EA}"/>
              </a:ext>
            </a:extLst>
          </p:cNvPr>
          <p:cNvSpPr/>
          <p:nvPr/>
        </p:nvSpPr>
        <p:spPr>
          <a:xfrm>
            <a:off x="3577826" y="111013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D5B7D3D3-2BBD-8AD8-B88C-9FEA71522A92}"/>
              </a:ext>
            </a:extLst>
          </p:cNvPr>
          <p:cNvSpPr/>
          <p:nvPr/>
        </p:nvSpPr>
        <p:spPr>
          <a:xfrm>
            <a:off x="4873782" y="65246"/>
            <a:ext cx="1222218" cy="614246"/>
          </a:xfrm>
          <a:prstGeom prst="snip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7397F1-FCD2-E4B0-82AA-7854768ED43D}"/>
              </a:ext>
            </a:extLst>
          </p:cNvPr>
          <p:cNvCxnSpPr>
            <a:cxnSpLocks/>
          </p:cNvCxnSpPr>
          <p:nvPr/>
        </p:nvCxnSpPr>
        <p:spPr>
          <a:xfrm flipH="1">
            <a:off x="3804163" y="1772249"/>
            <a:ext cx="299599" cy="347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One Rounded and One Snipped 17">
            <a:extLst>
              <a:ext uri="{FF2B5EF4-FFF2-40B4-BE49-F238E27FC236}">
                <a16:creationId xmlns:a16="http://schemas.microsoft.com/office/drawing/2014/main" id="{A495D624-9BA4-78DC-9D42-B0B31A534AE5}"/>
              </a:ext>
            </a:extLst>
          </p:cNvPr>
          <p:cNvSpPr/>
          <p:nvPr/>
        </p:nvSpPr>
        <p:spPr>
          <a:xfrm>
            <a:off x="2581945" y="216799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AFACB8B2-ECAC-7538-D7D3-167008A20975}"/>
              </a:ext>
            </a:extLst>
          </p:cNvPr>
          <p:cNvSpPr/>
          <p:nvPr/>
        </p:nvSpPr>
        <p:spPr>
          <a:xfrm>
            <a:off x="2581945" y="326954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E0D9F4FA-8792-B1C8-F9C4-FF5B21E94FB8}"/>
              </a:ext>
            </a:extLst>
          </p:cNvPr>
          <p:cNvSpPr/>
          <p:nvPr/>
        </p:nvSpPr>
        <p:spPr>
          <a:xfrm>
            <a:off x="2581945" y="4593224"/>
            <a:ext cx="1222217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24" name="Rectangle: Top Corners One Rounded and One Snipped 23">
            <a:extLst>
              <a:ext uri="{FF2B5EF4-FFF2-40B4-BE49-F238E27FC236}">
                <a16:creationId xmlns:a16="http://schemas.microsoft.com/office/drawing/2014/main" id="{DE1C3D88-AEDE-5890-C126-38E572857789}"/>
              </a:ext>
            </a:extLst>
          </p:cNvPr>
          <p:cNvSpPr/>
          <p:nvPr/>
        </p:nvSpPr>
        <p:spPr>
          <a:xfrm>
            <a:off x="2581944" y="5711119"/>
            <a:ext cx="1222217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$USER</a:t>
            </a:r>
          </a:p>
        </p:txBody>
      </p:sp>
      <p:sp>
        <p:nvSpPr>
          <p:cNvPr id="26" name="Rectangle: Top Corners One Rounded and One Snipped 25">
            <a:extLst>
              <a:ext uri="{FF2B5EF4-FFF2-40B4-BE49-F238E27FC236}">
                <a16:creationId xmlns:a16="http://schemas.microsoft.com/office/drawing/2014/main" id="{C0700361-9AD8-99EF-DE3B-2315363F0350}"/>
              </a:ext>
            </a:extLst>
          </p:cNvPr>
          <p:cNvSpPr/>
          <p:nvPr/>
        </p:nvSpPr>
        <p:spPr>
          <a:xfrm>
            <a:off x="6042721" y="111617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38" name="Rectangle: Top Corners One Rounded and One Snipped 37">
            <a:extLst>
              <a:ext uri="{FF2B5EF4-FFF2-40B4-BE49-F238E27FC236}">
                <a16:creationId xmlns:a16="http://schemas.microsoft.com/office/drawing/2014/main" id="{65471588-5018-18AB-615C-F7FA568348C6}"/>
              </a:ext>
            </a:extLst>
          </p:cNvPr>
          <p:cNvSpPr/>
          <p:nvPr/>
        </p:nvSpPr>
        <p:spPr>
          <a:xfrm>
            <a:off x="6040901" y="217712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  <a:alpha val="49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7D28D3EA-DB26-36CA-7429-67420411A0E4}"/>
              </a:ext>
            </a:extLst>
          </p:cNvPr>
          <p:cNvSpPr/>
          <p:nvPr/>
        </p:nvSpPr>
        <p:spPr>
          <a:xfrm>
            <a:off x="4171608" y="2164992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scratch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E11394-698F-95B9-470F-04584276AA83}"/>
              </a:ext>
            </a:extLst>
          </p:cNvPr>
          <p:cNvCxnSpPr>
            <a:cxnSpLocks/>
          </p:cNvCxnSpPr>
          <p:nvPr/>
        </p:nvCxnSpPr>
        <p:spPr>
          <a:xfrm>
            <a:off x="4262510" y="1789277"/>
            <a:ext cx="292332" cy="329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Top Corners One Rounded and One Snipped 42">
            <a:extLst>
              <a:ext uri="{FF2B5EF4-FFF2-40B4-BE49-F238E27FC236}">
                <a16:creationId xmlns:a16="http://schemas.microsoft.com/office/drawing/2014/main" id="{EA10BB5C-F1E2-21E1-A8DA-D5366D3F205C}"/>
              </a:ext>
            </a:extLst>
          </p:cNvPr>
          <p:cNvSpPr/>
          <p:nvPr/>
        </p:nvSpPr>
        <p:spPr>
          <a:xfrm>
            <a:off x="4169340" y="329439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5" name="Rectangle: Top Corners One Rounded and One Snipped 44">
            <a:extLst>
              <a:ext uri="{FF2B5EF4-FFF2-40B4-BE49-F238E27FC236}">
                <a16:creationId xmlns:a16="http://schemas.microsoft.com/office/drawing/2014/main" id="{8D43335F-3EF1-F5B4-B63B-DE737FD2C375}"/>
              </a:ext>
            </a:extLst>
          </p:cNvPr>
          <p:cNvSpPr/>
          <p:nvPr/>
        </p:nvSpPr>
        <p:spPr>
          <a:xfrm>
            <a:off x="6016411" y="3284887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$USER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E08BFC-504C-402D-4AB7-E4AACBD6B078}"/>
              </a:ext>
            </a:extLst>
          </p:cNvPr>
          <p:cNvCxnSpPr>
            <a:cxnSpLocks/>
          </p:cNvCxnSpPr>
          <p:nvPr/>
        </p:nvCxnSpPr>
        <p:spPr>
          <a:xfrm>
            <a:off x="5711397" y="745099"/>
            <a:ext cx="305014" cy="408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A15FC2-D290-1EF7-4FD4-3BE391B384A9}"/>
              </a:ext>
            </a:extLst>
          </p:cNvPr>
          <p:cNvCxnSpPr>
            <a:cxnSpLocks/>
          </p:cNvCxnSpPr>
          <p:nvPr/>
        </p:nvCxnSpPr>
        <p:spPr>
          <a:xfrm>
            <a:off x="6583921" y="178233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BE93C3-7647-3FB5-5FCA-6606613F5C8D}"/>
              </a:ext>
            </a:extLst>
          </p:cNvPr>
          <p:cNvCxnSpPr>
            <a:cxnSpLocks/>
          </p:cNvCxnSpPr>
          <p:nvPr/>
        </p:nvCxnSpPr>
        <p:spPr>
          <a:xfrm>
            <a:off x="6581653" y="285983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FAF2C1-8E4E-DB0C-2E9C-3EE20D4F22BC}"/>
              </a:ext>
            </a:extLst>
          </p:cNvPr>
          <p:cNvCxnSpPr>
            <a:cxnSpLocks/>
          </p:cNvCxnSpPr>
          <p:nvPr/>
        </p:nvCxnSpPr>
        <p:spPr>
          <a:xfrm>
            <a:off x="3163700" y="2838203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D1B715-4A70-60D3-68F4-CDE764761380}"/>
              </a:ext>
            </a:extLst>
          </p:cNvPr>
          <p:cNvCxnSpPr>
            <a:cxnSpLocks/>
          </p:cNvCxnSpPr>
          <p:nvPr/>
        </p:nvCxnSpPr>
        <p:spPr>
          <a:xfrm>
            <a:off x="4780449" y="2841955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8F91B8-4E1F-C62C-6B98-0893642639C0}"/>
              </a:ext>
            </a:extLst>
          </p:cNvPr>
          <p:cNvCxnSpPr>
            <a:cxnSpLocks/>
          </p:cNvCxnSpPr>
          <p:nvPr/>
        </p:nvCxnSpPr>
        <p:spPr>
          <a:xfrm>
            <a:off x="3165829" y="3989911"/>
            <a:ext cx="0" cy="541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EE16E92-0A3E-FB86-005C-47B5FE4E18B5}"/>
              </a:ext>
            </a:extLst>
          </p:cNvPr>
          <p:cNvCxnSpPr>
            <a:cxnSpLocks/>
          </p:cNvCxnSpPr>
          <p:nvPr/>
        </p:nvCxnSpPr>
        <p:spPr>
          <a:xfrm>
            <a:off x="3163700" y="5269467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7304B9B-C6EA-466D-ED97-549F386FF1DA}"/>
              </a:ext>
            </a:extLst>
          </p:cNvPr>
          <p:cNvSpPr txBox="1"/>
          <p:nvPr/>
        </p:nvSpPr>
        <p:spPr>
          <a:xfrm>
            <a:off x="4368246" y="5269467"/>
            <a:ext cx="1011071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5AF0C-7BD0-F5AF-B37F-16007B00C17B}"/>
              </a:ext>
            </a:extLst>
          </p:cNvPr>
          <p:cNvSpPr txBox="1"/>
          <p:nvPr/>
        </p:nvSpPr>
        <p:spPr>
          <a:xfrm>
            <a:off x="711128" y="4528493"/>
            <a:ext cx="1429286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../..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93871F-6921-083A-AE60-7F5FE31559E7}"/>
              </a:ext>
            </a:extLst>
          </p:cNvPr>
          <p:cNvSpPr txBox="1"/>
          <p:nvPr/>
        </p:nvSpPr>
        <p:spPr>
          <a:xfrm>
            <a:off x="3953962" y="4246003"/>
            <a:ext cx="357326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../../scratch/PAS2880</a:t>
            </a:r>
          </a:p>
        </p:txBody>
      </p:sp>
      <p:sp>
        <p:nvSpPr>
          <p:cNvPr id="57" name="Curved Right Arrow 56">
            <a:extLst>
              <a:ext uri="{FF2B5EF4-FFF2-40B4-BE49-F238E27FC236}">
                <a16:creationId xmlns:a16="http://schemas.microsoft.com/office/drawing/2014/main" id="{62F6CD02-CF0E-7DE7-79AE-08F2D45E9329}"/>
              </a:ext>
            </a:extLst>
          </p:cNvPr>
          <p:cNvSpPr/>
          <p:nvPr/>
        </p:nvSpPr>
        <p:spPr>
          <a:xfrm rot="16200000">
            <a:off x="4054558" y="3498142"/>
            <a:ext cx="296485" cy="1249948"/>
          </a:xfrm>
          <a:prstGeom prst="curvedRightArrow">
            <a:avLst>
              <a:gd name="adj1" fmla="val 25000"/>
              <a:gd name="adj2" fmla="val 67071"/>
              <a:gd name="adj3" fmla="val 25000"/>
            </a:avLst>
          </a:prstGeom>
          <a:solidFill>
            <a:srgbClr val="7030A0">
              <a:alpha val="59813"/>
            </a:srgbClr>
          </a:solidFill>
          <a:ln>
            <a:solidFill>
              <a:srgbClr val="7030A0">
                <a:alpha val="6006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Curved Right Arrow 54">
            <a:extLst>
              <a:ext uri="{FF2B5EF4-FFF2-40B4-BE49-F238E27FC236}">
                <a16:creationId xmlns:a16="http://schemas.microsoft.com/office/drawing/2014/main" id="{1B5601C7-42CA-5FAB-B887-6D6B5C00B5F5}"/>
              </a:ext>
            </a:extLst>
          </p:cNvPr>
          <p:cNvSpPr/>
          <p:nvPr/>
        </p:nvSpPr>
        <p:spPr>
          <a:xfrm rot="10800000" flipH="1">
            <a:off x="1974112" y="3428999"/>
            <a:ext cx="547753" cy="2614185"/>
          </a:xfrm>
          <a:prstGeom prst="curvedRightArrow">
            <a:avLst>
              <a:gd name="adj1" fmla="val 21176"/>
              <a:gd name="adj2" fmla="val 67071"/>
              <a:gd name="adj3" fmla="val 25000"/>
            </a:avLst>
          </a:prstGeom>
          <a:solidFill>
            <a:srgbClr val="7030A0">
              <a:alpha val="64538"/>
            </a:srgbClr>
          </a:solidFill>
          <a:ln>
            <a:solidFill>
              <a:srgbClr val="7030A0">
                <a:alpha val="654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urved Right Arrow 33">
            <a:extLst>
              <a:ext uri="{FF2B5EF4-FFF2-40B4-BE49-F238E27FC236}">
                <a16:creationId xmlns:a16="http://schemas.microsoft.com/office/drawing/2014/main" id="{BDFF372B-58FE-2F20-0A39-4379E174BA24}"/>
              </a:ext>
            </a:extLst>
          </p:cNvPr>
          <p:cNvSpPr/>
          <p:nvPr/>
        </p:nvSpPr>
        <p:spPr>
          <a:xfrm rot="10800000">
            <a:off x="3924320" y="4843003"/>
            <a:ext cx="335922" cy="1260713"/>
          </a:xfrm>
          <a:prstGeom prst="curvedRightArrow">
            <a:avLst>
              <a:gd name="adj1" fmla="val 25000"/>
              <a:gd name="adj2" fmla="val 67071"/>
              <a:gd name="adj3" fmla="val 25000"/>
            </a:avLst>
          </a:prstGeom>
          <a:solidFill>
            <a:srgbClr val="7030A0">
              <a:alpha val="60000"/>
            </a:srgbClr>
          </a:solidFill>
          <a:ln>
            <a:solidFill>
              <a:srgbClr val="7030A0">
                <a:alpha val="6032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75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1EAF-72A7-392C-6343-64873858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49C780-544F-8BE8-15A4-58B1670F047E}"/>
              </a:ext>
            </a:extLst>
          </p:cNvPr>
          <p:cNvCxnSpPr>
            <a:cxnSpLocks/>
          </p:cNvCxnSpPr>
          <p:nvPr/>
        </p:nvCxnSpPr>
        <p:spPr>
          <a:xfrm flipH="1">
            <a:off x="4800044" y="743774"/>
            <a:ext cx="319889" cy="410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One Rounded and One Snipped 13">
            <a:extLst>
              <a:ext uri="{FF2B5EF4-FFF2-40B4-BE49-F238E27FC236}">
                <a16:creationId xmlns:a16="http://schemas.microsoft.com/office/drawing/2014/main" id="{46401C24-2788-2D58-4497-07234D1B8C16}"/>
              </a:ext>
            </a:extLst>
          </p:cNvPr>
          <p:cNvSpPr/>
          <p:nvPr/>
        </p:nvSpPr>
        <p:spPr>
          <a:xfrm>
            <a:off x="3577826" y="111013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</a:t>
            </a:r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20B9469D-C156-46DA-CF10-E1389A3447CB}"/>
              </a:ext>
            </a:extLst>
          </p:cNvPr>
          <p:cNvSpPr/>
          <p:nvPr/>
        </p:nvSpPr>
        <p:spPr>
          <a:xfrm>
            <a:off x="4873782" y="65246"/>
            <a:ext cx="1222218" cy="614246"/>
          </a:xfrm>
          <a:prstGeom prst="snip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3504DC-1344-0042-62AA-965F214C6F94}"/>
              </a:ext>
            </a:extLst>
          </p:cNvPr>
          <p:cNvCxnSpPr>
            <a:cxnSpLocks/>
          </p:cNvCxnSpPr>
          <p:nvPr/>
        </p:nvCxnSpPr>
        <p:spPr>
          <a:xfrm flipH="1">
            <a:off x="3804163" y="1772249"/>
            <a:ext cx="299599" cy="347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One Rounded and One Snipped 17">
            <a:extLst>
              <a:ext uri="{FF2B5EF4-FFF2-40B4-BE49-F238E27FC236}">
                <a16:creationId xmlns:a16="http://schemas.microsoft.com/office/drawing/2014/main" id="{22D59845-F3FB-BE78-3CCE-4FC3A0F9CFF2}"/>
              </a:ext>
            </a:extLst>
          </p:cNvPr>
          <p:cNvSpPr/>
          <p:nvPr/>
        </p:nvSpPr>
        <p:spPr>
          <a:xfrm>
            <a:off x="2581945" y="216799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17A5A6AE-09D6-D163-9558-593A382E86DA}"/>
              </a:ext>
            </a:extLst>
          </p:cNvPr>
          <p:cNvSpPr/>
          <p:nvPr/>
        </p:nvSpPr>
        <p:spPr>
          <a:xfrm>
            <a:off x="2581945" y="3269544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90AF3BBA-3191-B9A5-1A3B-0D36E8495E3E}"/>
              </a:ext>
            </a:extLst>
          </p:cNvPr>
          <p:cNvSpPr/>
          <p:nvPr/>
        </p:nvSpPr>
        <p:spPr>
          <a:xfrm>
            <a:off x="2581945" y="4593224"/>
            <a:ext cx="1222217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24" name="Rectangle: Top Corners One Rounded and One Snipped 23">
            <a:extLst>
              <a:ext uri="{FF2B5EF4-FFF2-40B4-BE49-F238E27FC236}">
                <a16:creationId xmlns:a16="http://schemas.microsoft.com/office/drawing/2014/main" id="{17FCE2F7-AAA6-9C68-27EF-BED44A3822EF}"/>
              </a:ext>
            </a:extLst>
          </p:cNvPr>
          <p:cNvSpPr/>
          <p:nvPr/>
        </p:nvSpPr>
        <p:spPr>
          <a:xfrm>
            <a:off x="2581944" y="5711119"/>
            <a:ext cx="1222217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$USER</a:t>
            </a:r>
          </a:p>
        </p:txBody>
      </p:sp>
      <p:sp>
        <p:nvSpPr>
          <p:cNvPr id="26" name="Rectangle: Top Corners One Rounded and One Snipped 25">
            <a:extLst>
              <a:ext uri="{FF2B5EF4-FFF2-40B4-BE49-F238E27FC236}">
                <a16:creationId xmlns:a16="http://schemas.microsoft.com/office/drawing/2014/main" id="{C1CA18E0-0F2D-3731-96D5-14E0F16374EE}"/>
              </a:ext>
            </a:extLst>
          </p:cNvPr>
          <p:cNvSpPr/>
          <p:nvPr/>
        </p:nvSpPr>
        <p:spPr>
          <a:xfrm>
            <a:off x="6042721" y="111617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</a:p>
        </p:txBody>
      </p:sp>
      <p:sp>
        <p:nvSpPr>
          <p:cNvPr id="38" name="Rectangle: Top Corners One Rounded and One Snipped 37">
            <a:extLst>
              <a:ext uri="{FF2B5EF4-FFF2-40B4-BE49-F238E27FC236}">
                <a16:creationId xmlns:a16="http://schemas.microsoft.com/office/drawing/2014/main" id="{57CB8A67-E288-376C-5713-0B0805F52858}"/>
              </a:ext>
            </a:extLst>
          </p:cNvPr>
          <p:cNvSpPr/>
          <p:nvPr/>
        </p:nvSpPr>
        <p:spPr>
          <a:xfrm>
            <a:off x="6040901" y="2177121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  <a:alpha val="49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7A7632A4-F28D-5AF2-6D9A-44DFEDACBB54}"/>
              </a:ext>
            </a:extLst>
          </p:cNvPr>
          <p:cNvSpPr/>
          <p:nvPr/>
        </p:nvSpPr>
        <p:spPr>
          <a:xfrm>
            <a:off x="4171608" y="2164992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scratch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ECE49D-5605-3C7E-A69F-968D7687B547}"/>
              </a:ext>
            </a:extLst>
          </p:cNvPr>
          <p:cNvCxnSpPr>
            <a:cxnSpLocks/>
          </p:cNvCxnSpPr>
          <p:nvPr/>
        </p:nvCxnSpPr>
        <p:spPr>
          <a:xfrm>
            <a:off x="4262510" y="1789277"/>
            <a:ext cx="292332" cy="329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Top Corners One Rounded and One Snipped 42">
            <a:extLst>
              <a:ext uri="{FF2B5EF4-FFF2-40B4-BE49-F238E27FC236}">
                <a16:creationId xmlns:a16="http://schemas.microsoft.com/office/drawing/2014/main" id="{55D37D73-482C-C6FE-4BC1-257C1010A082}"/>
              </a:ext>
            </a:extLst>
          </p:cNvPr>
          <p:cNvSpPr/>
          <p:nvPr/>
        </p:nvSpPr>
        <p:spPr>
          <a:xfrm>
            <a:off x="4169340" y="3294396"/>
            <a:ext cx="1222218" cy="614246"/>
          </a:xfrm>
          <a:prstGeom prst="snip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PAS2880</a:t>
            </a:r>
          </a:p>
        </p:txBody>
      </p:sp>
      <p:sp>
        <p:nvSpPr>
          <p:cNvPr id="45" name="Rectangle: Top Corners One Rounded and One Snipped 44">
            <a:extLst>
              <a:ext uri="{FF2B5EF4-FFF2-40B4-BE49-F238E27FC236}">
                <a16:creationId xmlns:a16="http://schemas.microsoft.com/office/drawing/2014/main" id="{DE55BE21-A292-1268-08DA-1A41644CF130}"/>
              </a:ext>
            </a:extLst>
          </p:cNvPr>
          <p:cNvSpPr/>
          <p:nvPr/>
        </p:nvSpPr>
        <p:spPr>
          <a:xfrm>
            <a:off x="6016411" y="3284887"/>
            <a:ext cx="1222218" cy="614246"/>
          </a:xfrm>
          <a:prstGeom prst="snip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$USER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35EC70-F1B5-EBFE-14E4-A4200420A706}"/>
              </a:ext>
            </a:extLst>
          </p:cNvPr>
          <p:cNvCxnSpPr>
            <a:cxnSpLocks/>
          </p:cNvCxnSpPr>
          <p:nvPr/>
        </p:nvCxnSpPr>
        <p:spPr>
          <a:xfrm>
            <a:off x="5711397" y="745099"/>
            <a:ext cx="305014" cy="408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2BF571-D7A2-540B-58CF-87F097987E0F}"/>
              </a:ext>
            </a:extLst>
          </p:cNvPr>
          <p:cNvCxnSpPr>
            <a:cxnSpLocks/>
          </p:cNvCxnSpPr>
          <p:nvPr/>
        </p:nvCxnSpPr>
        <p:spPr>
          <a:xfrm>
            <a:off x="6583921" y="178233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35BC98-F23E-776E-C974-40F9944D9F95}"/>
              </a:ext>
            </a:extLst>
          </p:cNvPr>
          <p:cNvCxnSpPr>
            <a:cxnSpLocks/>
          </p:cNvCxnSpPr>
          <p:nvPr/>
        </p:nvCxnSpPr>
        <p:spPr>
          <a:xfrm>
            <a:off x="6581653" y="2859832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7878F0-555D-A71A-4442-549A723D37C2}"/>
              </a:ext>
            </a:extLst>
          </p:cNvPr>
          <p:cNvCxnSpPr>
            <a:cxnSpLocks/>
          </p:cNvCxnSpPr>
          <p:nvPr/>
        </p:nvCxnSpPr>
        <p:spPr>
          <a:xfrm>
            <a:off x="3163700" y="2838203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6B69BF-E230-1118-66E1-17C6EF91F924}"/>
              </a:ext>
            </a:extLst>
          </p:cNvPr>
          <p:cNvCxnSpPr>
            <a:cxnSpLocks/>
          </p:cNvCxnSpPr>
          <p:nvPr/>
        </p:nvCxnSpPr>
        <p:spPr>
          <a:xfrm>
            <a:off x="4780449" y="2841955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50CB7B-3564-3C25-A248-A87D70B066B1}"/>
              </a:ext>
            </a:extLst>
          </p:cNvPr>
          <p:cNvCxnSpPr>
            <a:cxnSpLocks/>
          </p:cNvCxnSpPr>
          <p:nvPr/>
        </p:nvCxnSpPr>
        <p:spPr>
          <a:xfrm>
            <a:off x="3165829" y="3989911"/>
            <a:ext cx="0" cy="541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5EA88D0-95C2-FB0D-EA16-C9BABEAAE75B}"/>
              </a:ext>
            </a:extLst>
          </p:cNvPr>
          <p:cNvCxnSpPr>
            <a:cxnSpLocks/>
          </p:cNvCxnSpPr>
          <p:nvPr/>
        </p:nvCxnSpPr>
        <p:spPr>
          <a:xfrm>
            <a:off x="3163700" y="5269467"/>
            <a:ext cx="2268" cy="3796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46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B25C4-1F80-0B4E-4449-446EAACB1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144" y="418490"/>
            <a:ext cx="6571454" cy="6233669"/>
          </a:xfrm>
          <a:prstGeom prst="rect">
            <a:avLst/>
          </a:prstGeom>
        </p:spPr>
      </p:pic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E7F47AD5-F85E-8392-3F73-BB0FE7871587}"/>
              </a:ext>
            </a:extLst>
          </p:cNvPr>
          <p:cNvSpPr/>
          <p:nvPr/>
        </p:nvSpPr>
        <p:spPr>
          <a:xfrm>
            <a:off x="676612" y="2577601"/>
            <a:ext cx="970243" cy="614246"/>
          </a:xfrm>
          <a:prstGeom prst="snip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$USER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DEF1FEB-BF7F-69A5-C931-99E3A70F263A}"/>
              </a:ext>
            </a:extLst>
          </p:cNvPr>
          <p:cNvSpPr/>
          <p:nvPr/>
        </p:nvSpPr>
        <p:spPr>
          <a:xfrm>
            <a:off x="2013736" y="2733722"/>
            <a:ext cx="978408" cy="3020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475C2870-1671-7A1A-A56F-CCFE1F06289C}"/>
              </a:ext>
            </a:extLst>
          </p:cNvPr>
          <p:cNvSpPr/>
          <p:nvPr/>
        </p:nvSpPr>
        <p:spPr>
          <a:xfrm rot="16200000">
            <a:off x="6605547" y="5143668"/>
            <a:ext cx="551126" cy="293543"/>
          </a:xfrm>
          <a:prstGeom prst="curved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061831-90FA-8D7E-2E4F-31CF4C01C75A}"/>
              </a:ext>
            </a:extLst>
          </p:cNvPr>
          <p:cNvSpPr txBox="1"/>
          <p:nvPr/>
        </p:nvSpPr>
        <p:spPr>
          <a:xfrm>
            <a:off x="7761601" y="5105773"/>
            <a:ext cx="977774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cd ../</a:t>
            </a:r>
          </a:p>
        </p:txBody>
      </p:sp>
      <p:pic>
        <p:nvPicPr>
          <p:cNvPr id="9" name="Graphic 8" descr="Aspiration outline">
            <a:extLst>
              <a:ext uri="{FF2B5EF4-FFF2-40B4-BE49-F238E27FC236}">
                <a16:creationId xmlns:a16="http://schemas.microsoft.com/office/drawing/2014/main" id="{4115BE39-2B0E-5766-1CB9-050A13D61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5986" y="5014876"/>
            <a:ext cx="605615" cy="605615"/>
          </a:xfrm>
          <a:prstGeom prst="rect">
            <a:avLst/>
          </a:prstGeom>
        </p:spPr>
      </p:pic>
      <p:pic>
        <p:nvPicPr>
          <p:cNvPr id="10" name="Graphic 9" descr="Aspiration outline">
            <a:extLst>
              <a:ext uri="{FF2B5EF4-FFF2-40B4-BE49-F238E27FC236}">
                <a16:creationId xmlns:a16="http://schemas.microsoft.com/office/drawing/2014/main" id="{628035B4-F86D-1C87-8FAB-E5CEF6D00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2891" y="4165122"/>
            <a:ext cx="1217185" cy="1352512"/>
          </a:xfrm>
          <a:prstGeom prst="rect">
            <a:avLst/>
          </a:prstGeom>
        </p:spPr>
      </p:pic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533AC46B-66A8-93C6-3949-70643EB2B138}"/>
              </a:ext>
            </a:extLst>
          </p:cNvPr>
          <p:cNvSpPr/>
          <p:nvPr/>
        </p:nvSpPr>
        <p:spPr>
          <a:xfrm rot="16200000">
            <a:off x="8803405" y="4479348"/>
            <a:ext cx="1215501" cy="656524"/>
          </a:xfrm>
          <a:prstGeom prst="curved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56F02-BEE7-F402-FDD8-D6DE48EFA17F}"/>
              </a:ext>
            </a:extLst>
          </p:cNvPr>
          <p:cNvSpPr txBox="1"/>
          <p:nvPr/>
        </p:nvSpPr>
        <p:spPr>
          <a:xfrm>
            <a:off x="10713914" y="4807610"/>
            <a:ext cx="143347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cd ../../</a:t>
            </a:r>
          </a:p>
        </p:txBody>
      </p:sp>
    </p:spTree>
    <p:extLst>
      <p:ext uri="{BB962C8B-B14F-4D97-AF65-F5344CB8AC3E}">
        <p14:creationId xmlns:p14="http://schemas.microsoft.com/office/powerpoint/2010/main" val="391848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41</Words>
  <Application>Microsoft Macintosh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Bhandari, Menuka</dc:creator>
  <cp:lastModifiedBy>Poelstra, Jelmer</cp:lastModifiedBy>
  <cp:revision>9</cp:revision>
  <dcterms:created xsi:type="dcterms:W3CDTF">2025-09-12T19:39:16Z</dcterms:created>
  <dcterms:modified xsi:type="dcterms:W3CDTF">2025-09-14T18:09:30Z</dcterms:modified>
</cp:coreProperties>
</file>