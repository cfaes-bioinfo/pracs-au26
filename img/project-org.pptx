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4370-6EEE-6BAD-2283-F1CC061F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A7B20-0F32-FD24-6344-D87E839C3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91F8-3F75-7A59-BB4D-1C43049B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3211-0967-1CE6-41D2-17DB5560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10F0-2040-226A-4AE4-24FC6403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4303-C469-6671-42C9-A73DB2F8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76B6-F8D0-97D3-FE28-78455CAE1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72AD-816E-52FA-D86E-0D6B9DCA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86A5-B3CD-8324-9FD8-DE03224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B2BF-0081-C516-49DA-9EC1BBA8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74CB-7A19-9B6B-AE4E-9F8224E0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2CA46-EFBA-BEAC-9BD3-7671F80E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8866-59C0-D19E-8F8E-DBF42C13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4F7D0-74C8-F747-F3FC-61B8E335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C8E3-A6AB-235E-9663-5354FBD5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561E-58D3-80EC-8DB0-8BCE9AA2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6A60A-745C-06A4-ED7F-22F15CC4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AB518-06B4-2D6B-1F0A-C239DA00C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F35B7-6AD2-01F6-F012-0C95579B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2A4F-9A8D-1105-90C7-8C80F39B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CFAFC-25B4-2EAD-3D72-A3E71990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D427-479C-4D0C-FCCD-A5EF5DD2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08D61-714F-8B1F-8D95-B73FCB3A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92E0C-C6A5-B504-DC39-51DA4E7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37B2C-F978-76D7-ABB3-FAD4C7D3E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01BE-0318-B1F5-A28C-2113F5A9A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987F5-158F-CE51-4AF2-324E2834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082AE-8DFE-A900-14B7-9C771382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9AE67-D313-35F2-4265-E04C0659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8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4AC6-563A-70F0-A23C-0638AD78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5FBBB-61DB-599A-6FB8-AA0031E6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6CBE-C6DF-AFE8-C946-E6C2C8F0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459E-9BC0-4BD7-D41E-E32FB457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AFCF0-CBA1-C972-FBE2-D6EA7C86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D2DAF-6916-80AC-9884-1AAAD290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6C6-BFB9-02EA-8F7B-C607684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9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8100-016D-7150-0E03-37B46226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861D-9801-5D0C-2436-1F66C3B45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71C11-344D-29E0-D88C-8F94094BD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48782-C328-013C-2E4C-AC346606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ED343-C954-D368-42C9-3026BE1D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02AE7-10DB-793F-E7C9-D1679043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3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39D-E663-AA2D-207B-6E7C574B4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35989-B314-780F-6BC6-5810B3DE4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CB911-A9DE-7D9A-B7C2-7AC8F3B4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5524-867C-D50B-A4CB-9A8FD6D9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E1226-4EA1-9A90-1D01-C123EC9D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66548-E4F1-EE54-086A-FD5236E5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5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27E0-56C0-E853-B146-801A3CAE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CF4B1-55AD-2A3A-9CF6-CDA2C69B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A9AC-56C8-C1CE-AF9E-71F909E4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B97A-50FB-4153-9DD1-3DEA2FB9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11A69-5483-566D-4830-889BDDF3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0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A2530-8C9B-B5AD-F559-F1BDBFBE0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C1233-060F-5C5B-B204-231922898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764E-CA1F-1EFA-03CF-ADBD5256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48CF-084C-CD59-B15C-4CEB6FAD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8A31-8389-A9BA-4792-22B4DD2C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6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43A-3357-BF3E-5912-0F782269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58618-1333-A282-7FBF-B1EBE4A3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6ACA6-EB09-C5A3-0BCA-D3C093F6D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B2FD-13CD-8F2F-3AC5-AB64FEF92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50EC-6713-7A51-B47D-0C0EA10B9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0431339-51C8-1D65-5792-765D13D84C8D}"/>
              </a:ext>
            </a:extLst>
          </p:cNvPr>
          <p:cNvSpPr txBox="1"/>
          <p:nvPr/>
        </p:nvSpPr>
        <p:spPr>
          <a:xfrm>
            <a:off x="6454049" y="423292"/>
            <a:ext cx="3373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The project’s root folder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709442F-1333-DECF-F16B-76184EB41736}"/>
              </a:ext>
            </a:extLst>
          </p:cNvPr>
          <p:cNvSpPr/>
          <p:nvPr/>
        </p:nvSpPr>
        <p:spPr>
          <a:xfrm>
            <a:off x="6562964" y="2779657"/>
            <a:ext cx="205697" cy="1287846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9C9AC3E-E796-C61A-5641-636EC88F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14" y="431436"/>
            <a:ext cx="4626368" cy="60245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08F9ED-1C40-304C-DF2F-BAA23FAD8872}"/>
              </a:ext>
            </a:extLst>
          </p:cNvPr>
          <p:cNvSpPr txBox="1"/>
          <p:nvPr/>
        </p:nvSpPr>
        <p:spPr>
          <a:xfrm>
            <a:off x="6448482" y="1314390"/>
            <a:ext cx="337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Metadata (sample data)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094FC-02D1-2168-A4DF-87782431DC9A}"/>
              </a:ext>
            </a:extLst>
          </p:cNvPr>
          <p:cNvSpPr txBox="1"/>
          <p:nvPr/>
        </p:nvSpPr>
        <p:spPr>
          <a:xfrm>
            <a:off x="6448482" y="2239384"/>
            <a:ext cx="3841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Sequence data (e.g. FASTQ)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89C47-7EA3-657B-E9D1-77BC201405DB}"/>
              </a:ext>
            </a:extLst>
          </p:cNvPr>
          <p:cNvSpPr txBox="1"/>
          <p:nvPr/>
        </p:nvSpPr>
        <p:spPr>
          <a:xfrm>
            <a:off x="6785500" y="3013501"/>
            <a:ext cx="3378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Project documentation</a:t>
            </a:r>
            <a:br>
              <a:rPr lang="en-US" sz="24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notebooks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37B2D-FC6D-EB73-82A0-F8C62FEC3B1B}"/>
              </a:ext>
            </a:extLst>
          </p:cNvPr>
          <p:cNvSpPr txBox="1"/>
          <p:nvPr/>
        </p:nvSpPr>
        <p:spPr>
          <a:xfrm>
            <a:off x="6454049" y="5543610"/>
            <a:ext cx="3373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Playground</a:t>
            </a:r>
          </a:p>
        </p:txBody>
      </p:sp>
    </p:spTree>
    <p:extLst>
      <p:ext uri="{BB962C8B-B14F-4D97-AF65-F5344CB8AC3E}">
        <p14:creationId xmlns:p14="http://schemas.microsoft.com/office/powerpoint/2010/main" val="258909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7EA0-7D5E-72A4-19A5-3D3FF358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94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23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5</cp:revision>
  <dcterms:created xsi:type="dcterms:W3CDTF">2025-07-13T11:37:58Z</dcterms:created>
  <dcterms:modified xsi:type="dcterms:W3CDTF">2025-07-14T20:24:54Z</dcterms:modified>
</cp:coreProperties>
</file>