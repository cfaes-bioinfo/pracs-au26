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>
        <p:scale>
          <a:sx n="135" d="100"/>
          <a:sy n="135" d="100"/>
        </p:scale>
        <p:origin x="144" y="-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4370-6EEE-6BAD-2283-F1CC061F6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A7B20-0F32-FD24-6344-D87E839C3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291F8-3F75-7A59-BB4D-1C43049B4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3211-0967-1CE6-41D2-17DB5560C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910F0-2040-226A-4AE4-24FC6403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4303-C469-6671-42C9-A73DB2F8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376B6-F8D0-97D3-FE28-78455CAE1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72AD-816E-52FA-D86E-0D6B9DCAE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B86A5-B3CD-8324-9FD8-DE032241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2B2BF-0081-C516-49DA-9EC1BBA8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3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74CB-7A19-9B6B-AE4E-9F8224E0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2CA46-EFBA-BEAC-9BD3-7671F80EF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38866-59C0-D19E-8F8E-DBF42C13A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4F7D0-74C8-F747-F3FC-61B8E335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7C8E3-A6AB-235E-9663-5354FBD5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561E-58D3-80EC-8DB0-8BCE9AA2B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6A60A-745C-06A4-ED7F-22F15CC40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AB518-06B4-2D6B-1F0A-C239DA00C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F35B7-6AD2-01F6-F012-0C95579B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72A4F-9A8D-1105-90C7-8C80F39B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CFAFC-25B4-2EAD-3D72-A3E71990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9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D427-479C-4D0C-FCCD-A5EF5DD2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08D61-714F-8B1F-8D95-B73FCB3A9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92E0C-C6A5-B504-DC39-51DA4E785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37B2C-F978-76D7-ABB3-FAD4C7D3E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001BE-0318-B1F5-A28C-2113F5A9A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C987F5-158F-CE51-4AF2-324E2834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B082AE-8DFE-A900-14B7-9C771382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9AE67-D313-35F2-4265-E04C06591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8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4AC6-563A-70F0-A23C-0638AD78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45FBBB-61DB-599A-6FB8-AA0031E65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26CBE-C6DF-AFE8-C946-E6C2C8F0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4459E-9BC0-4BD7-D41E-E32FB457A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97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0AFCF0-CBA1-C972-FBE2-D6EA7C86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D2DAF-6916-80AC-9884-1AAAD290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286C6-BFB9-02EA-8F7B-C607684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9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8100-016D-7150-0E03-37B462265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861D-9801-5D0C-2436-1F66C3B45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71C11-344D-29E0-D88C-8F94094BD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48782-C328-013C-2E4C-AC346606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ED343-C954-D368-42C9-3026BE1D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02AE7-10DB-793F-E7C9-D16790435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3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539D-E663-AA2D-207B-6E7C574B4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35989-B314-780F-6BC6-5810B3DE4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CB911-A9DE-7D9A-B7C2-7AC8F3B4C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F5524-867C-D50B-A4CB-9A8FD6D9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E1226-4EA1-9A90-1D01-C123EC9D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66548-E4F1-EE54-086A-FD5236E5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58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27E0-56C0-E853-B146-801A3CAE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CF4B1-55AD-2A3A-9CF6-CDA2C69B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4A9AC-56C8-C1CE-AF9E-71F909E43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B97A-50FB-4153-9DD1-3DEA2FB9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11A69-5483-566D-4830-889BDDF3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0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A2530-8C9B-B5AD-F559-F1BDBFBE0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6C1233-060F-5C5B-B204-231922898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6764E-CA1F-1EFA-03CF-ADBD5256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148CF-084C-CD59-B15C-4CEB6FAD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8A31-8389-A9BA-4792-22B4DD2C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65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A943A-3357-BF3E-5912-0F782269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58618-1333-A282-7FBF-B1EBE4A3D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6ACA6-EB09-C5A3-0BCA-D3C093F6D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45ED3-C3F0-1C4A-B8EA-2BCCA1C744BD}" type="datetimeFigureOut">
              <a:rPr lang="en-US" smtClean="0"/>
              <a:t>7/14/25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1B2FD-13CD-8F2F-3AC5-AB64FEF92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B50EC-6713-7A51-B47D-0C0EA10B9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981EA-B91A-1347-B73B-05709E815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53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0431339-51C8-1D65-5792-765D13D84C8D}"/>
              </a:ext>
            </a:extLst>
          </p:cNvPr>
          <p:cNvSpPr txBox="1"/>
          <p:nvPr/>
        </p:nvSpPr>
        <p:spPr>
          <a:xfrm>
            <a:off x="1620039" y="2106429"/>
            <a:ext cx="951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header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6709442F-1333-DECF-F16B-76184EB41736}"/>
              </a:ext>
            </a:extLst>
          </p:cNvPr>
          <p:cNvSpPr/>
          <p:nvPr/>
        </p:nvSpPr>
        <p:spPr>
          <a:xfrm>
            <a:off x="7799349" y="2222649"/>
            <a:ext cx="156874" cy="769442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586B2-5DBA-6AC1-F0FF-0144B3AA8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345"/>
          <a:stretch>
            <a:fillRect/>
          </a:stretch>
        </p:blipFill>
        <p:spPr>
          <a:xfrm>
            <a:off x="2491378" y="2144685"/>
            <a:ext cx="5238788" cy="1807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731BA-E326-A80D-31CC-66799EFAE28F}"/>
              </a:ext>
            </a:extLst>
          </p:cNvPr>
          <p:cNvSpPr txBox="1"/>
          <p:nvPr/>
        </p:nvSpPr>
        <p:spPr>
          <a:xfrm>
            <a:off x="1369182" y="2323438"/>
            <a:ext cx="1197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sequence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8DF11-057B-F536-99C0-27D1EB165868}"/>
              </a:ext>
            </a:extLst>
          </p:cNvPr>
          <p:cNvSpPr txBox="1"/>
          <p:nvPr/>
        </p:nvSpPr>
        <p:spPr>
          <a:xfrm>
            <a:off x="1343781" y="2552039"/>
            <a:ext cx="1197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7E982-8CFC-9409-6332-13E8591EB792}"/>
              </a:ext>
            </a:extLst>
          </p:cNvPr>
          <p:cNvSpPr txBox="1"/>
          <p:nvPr/>
        </p:nvSpPr>
        <p:spPr>
          <a:xfrm>
            <a:off x="1149374" y="2773939"/>
            <a:ext cx="1409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quality scores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75C7F653-196F-B826-DD2B-886A3139B84D}"/>
              </a:ext>
            </a:extLst>
          </p:cNvPr>
          <p:cNvSpPr/>
          <p:nvPr/>
        </p:nvSpPr>
        <p:spPr>
          <a:xfrm>
            <a:off x="7799347" y="3093840"/>
            <a:ext cx="156875" cy="769441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B42D0-E189-5807-17C0-3B89B4E2E27D}"/>
              </a:ext>
            </a:extLst>
          </p:cNvPr>
          <p:cNvSpPr txBox="1"/>
          <p:nvPr/>
        </p:nvSpPr>
        <p:spPr>
          <a:xfrm>
            <a:off x="7730166" y="2422916"/>
            <a:ext cx="951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read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0F707-93DC-E1F0-BEBC-B6EB0D29CE19}"/>
              </a:ext>
            </a:extLst>
          </p:cNvPr>
          <p:cNvSpPr txBox="1"/>
          <p:nvPr/>
        </p:nvSpPr>
        <p:spPr>
          <a:xfrm>
            <a:off x="7718676" y="3279749"/>
            <a:ext cx="951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read 2</a:t>
            </a:r>
          </a:p>
        </p:txBody>
      </p:sp>
    </p:spTree>
    <p:extLst>
      <p:ext uri="{BB962C8B-B14F-4D97-AF65-F5344CB8AC3E}">
        <p14:creationId xmlns:p14="http://schemas.microsoft.com/office/powerpoint/2010/main" val="2589099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7EA0-7D5E-72A4-19A5-3D3FF358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F386E8A-CB3D-BDD1-353B-E1F324A2A4ED}"/>
              </a:ext>
            </a:extLst>
          </p:cNvPr>
          <p:cNvSpPr txBox="1"/>
          <p:nvPr/>
        </p:nvSpPr>
        <p:spPr>
          <a:xfrm>
            <a:off x="1620039" y="2106429"/>
            <a:ext cx="951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header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BDBAF39D-8612-3CB7-48A1-7BB176E5BEF7}"/>
              </a:ext>
            </a:extLst>
          </p:cNvPr>
          <p:cNvSpPr/>
          <p:nvPr/>
        </p:nvSpPr>
        <p:spPr>
          <a:xfrm>
            <a:off x="7818203" y="2222649"/>
            <a:ext cx="156874" cy="769442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0292DC-CFB0-5BDF-75CA-E7B33A119DFE}"/>
              </a:ext>
            </a:extLst>
          </p:cNvPr>
          <p:cNvSpPr txBox="1"/>
          <p:nvPr/>
        </p:nvSpPr>
        <p:spPr>
          <a:xfrm>
            <a:off x="1369182" y="2323438"/>
            <a:ext cx="1197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sequence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CB042-BC6F-476B-53C1-02FA990EBCD1}"/>
              </a:ext>
            </a:extLst>
          </p:cNvPr>
          <p:cNvSpPr txBox="1"/>
          <p:nvPr/>
        </p:nvSpPr>
        <p:spPr>
          <a:xfrm>
            <a:off x="1343781" y="2552039"/>
            <a:ext cx="1197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88207-C0AA-67A5-5D14-8E08C54A7C6F}"/>
              </a:ext>
            </a:extLst>
          </p:cNvPr>
          <p:cNvSpPr txBox="1"/>
          <p:nvPr/>
        </p:nvSpPr>
        <p:spPr>
          <a:xfrm>
            <a:off x="1150070" y="2755085"/>
            <a:ext cx="14090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quality scores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7187307-21F2-D1D2-2CD4-900F093B933C}"/>
              </a:ext>
            </a:extLst>
          </p:cNvPr>
          <p:cNvSpPr/>
          <p:nvPr/>
        </p:nvSpPr>
        <p:spPr>
          <a:xfrm>
            <a:off x="7818202" y="3093840"/>
            <a:ext cx="156874" cy="769441"/>
          </a:xfrm>
          <a:prstGeom prst="rightBrac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58E32-528E-449E-A173-BB92A3E786B9}"/>
              </a:ext>
            </a:extLst>
          </p:cNvPr>
          <p:cNvSpPr txBox="1"/>
          <p:nvPr/>
        </p:nvSpPr>
        <p:spPr>
          <a:xfrm>
            <a:off x="7749020" y="2422916"/>
            <a:ext cx="951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read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3A3216-9B7B-5C12-1152-035AC54592A6}"/>
              </a:ext>
            </a:extLst>
          </p:cNvPr>
          <p:cNvSpPr txBox="1"/>
          <p:nvPr/>
        </p:nvSpPr>
        <p:spPr>
          <a:xfrm>
            <a:off x="7737530" y="3279749"/>
            <a:ext cx="951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read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7CCF17-65AC-AF2E-B45C-810B2717DB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237"/>
          <a:stretch>
            <a:fillRect/>
          </a:stretch>
        </p:blipFill>
        <p:spPr>
          <a:xfrm>
            <a:off x="2541046" y="2163814"/>
            <a:ext cx="5240235" cy="17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4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987E-828E-079A-DEEE-06A4E8742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6BC63A-7ECE-9E5B-EEB9-59AEEAAEE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74" y="969560"/>
            <a:ext cx="7772400" cy="15999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6971D1-4528-D3B9-DD30-F7803C5B0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640" y="3612135"/>
            <a:ext cx="7772400" cy="162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87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18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Poelstra, Jelmer</dc:creator>
  <cp:lastModifiedBy>Poelstra, Jelmer</cp:lastModifiedBy>
  <cp:revision>4</cp:revision>
  <dcterms:created xsi:type="dcterms:W3CDTF">2025-07-13T11:37:58Z</dcterms:created>
  <dcterms:modified xsi:type="dcterms:W3CDTF">2025-07-14T16:59:53Z</dcterms:modified>
</cp:coreProperties>
</file>