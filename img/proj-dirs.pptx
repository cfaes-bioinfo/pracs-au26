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3" r:id="rId2"/>
    <p:sldId id="265" r:id="rId3"/>
    <p:sldId id="266" r:id="rId4"/>
    <p:sldId id="262" r:id="rId5"/>
    <p:sldId id="264" r:id="rId6"/>
    <p:sldId id="256" r:id="rId7"/>
    <p:sldId id="257" r:id="rId8"/>
    <p:sldId id="258" r:id="rId9"/>
    <p:sldId id="259" r:id="rId10"/>
    <p:sldId id="260" r:id="rId11"/>
    <p:sldId id="261" r:id="rId12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069A2E"/>
    <a:srgbClr val="EEFADC"/>
    <a:srgbClr val="3465A4"/>
    <a:srgbClr val="E1E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719"/>
  </p:normalViewPr>
  <p:slideViewPr>
    <p:cSldViewPr snapToGrid="0">
      <p:cViewPr>
        <p:scale>
          <a:sx n="110" d="100"/>
          <a:sy n="110" d="100"/>
        </p:scale>
        <p:origin x="19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9AE9EC-3CF1-1156-0635-A6D14B1C861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D7432-C2D4-BBAF-0820-0F14732D3B1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404E8-7DE8-2869-BBD7-DD215EC382B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7D237-863D-D8C0-F868-B64F554DE10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342E9543-6FB4-8249-BF34-07E023338F5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61927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7AE2D-271F-49BA-71F9-4656579BF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EFD65-C480-3BF1-58ED-D0DFF767888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B19858-C5FB-DA26-D12D-EAAE9C2F9D5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43994-82AE-AF48-1DE5-7AD3AF08709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03D9D-B09D-E6B4-36FA-48E4B50A8A1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26E1-13B9-5634-0D36-FFB3A8F67B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8679B74-E2A3-F541-9CEF-62D92641B9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2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4C92-3DFF-5CBC-BF48-2FBD28AA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3944E-BE3C-2AB8-EC35-B803542B20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98D3A5-12E7-F346-8BB5-5C1A90388805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B05DA-4116-7362-42D2-1DF49A0E66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B31E3-8F11-25EE-3273-156DD16CF8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3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29A0B-D1C6-109B-ECF5-329BFB347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26337-59A4-5CE3-C43B-40B8C795A9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98D3A5-12E7-F346-8BB5-5C1A90388805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072FC-408C-0124-1785-230DBB7E6E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A2A9B-4FC6-382C-5239-F811F4413C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83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9DF4-F00E-BC2A-4D12-7004BEC1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AA436-8ADD-5E98-F4BB-00AC6B9B73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98D3A5-12E7-F346-8BB5-5C1A90388805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DEF3-FF3D-8F2A-33A4-598D9767F59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875B1-67EB-5D40-F5C2-EBF0E3A9AF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22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3694-6361-4C8E-983F-AF7DDD71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AED56-DFA4-F167-EFA4-1379A70A57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164EB6-BC7D-F247-8586-FED1FC243B32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762A7-D909-CAA6-D1FC-DDEF9C05C7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D4164-DCD5-C828-BADB-42AFFC97D1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2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7562-F646-4A1A-D873-465A3859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1F2EA-7176-1921-732C-D14366E7B8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164EB6-BC7D-F247-8586-FED1FC243B3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77A19-EEBD-3E47-5F9F-70EC19DEB2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85EF9-D90F-E859-78A9-7DA3885149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1246A-FFA2-4764-58ED-F48DE2EB58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98D3A5-12E7-F346-8BB5-5C1A90388805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C1B90-B2CC-D335-514C-A64C6E7ACD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56D59-A1E4-5949-778E-5D52C1F515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F10CF-C703-1263-27E3-442BD78251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164EB6-BC7D-F247-8586-FED1FC243B32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34082-EDA9-ECB9-5535-F4512AAAB2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1D7E8-B5A7-5532-2CB6-3D00756766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EE160-A5EE-93EB-55D6-78B98310F6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64C2108-BE2F-6F4B-AAF2-AA3933809E03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3137E-6BB2-86D1-E0B4-D819F88E07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179FA-733E-DC4C-5624-E872378142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B5B87-343D-C10D-D273-AC045A2069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2FB754-1E6C-3946-AA69-23EE8E5B58B1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A93B1-5309-BBC2-6300-B19032DBEC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C6B43-555C-BED9-D241-2EB320B8DD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294E-E32A-C0F5-ED36-72C1C2A581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5A3793C-F7A9-4B4D-A253-176474ED6154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BA690-F497-0D7D-58C9-40B7046E46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2A4C5-77AE-74EC-E690-A4BF610639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D4CA6-88A5-C53B-513C-7BD5D45CA2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780DC29-FCFF-644B-82F6-CEE9A7DF1002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DCAA0-7D75-6561-E8FA-67FE22F3A68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47F6A-18FC-4715-D1D5-D5EB7210D9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4D10-DB2B-839E-1FC2-41A59CA08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60492-776C-0E9D-E3E6-D8073D80F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9FEC-F4DC-085A-EF32-C7F537B7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3DD9-5013-BA50-50A2-B1185ED4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9F65A-C7EC-026F-B380-DB02BC4C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CB0365-78E2-C648-942A-AD65CEADE7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0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A0A8-C7E5-0BC0-8539-8F8D8F9C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B9FB-40AE-F099-605D-C62D8AC0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5E54-A51A-E1E8-BBC8-0265679B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0CB2-1456-28A1-3625-E41587C5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4E44-6708-11BB-58E0-8F1EE2F2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B58F24-45A2-8340-AA12-AC955F06A3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49E8-17C6-F216-0FE6-E6E822CD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7539-4A14-B171-009F-919CD8F0A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A420-6A76-2079-4A8B-68FD29B1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627B-2311-E2BC-A2DF-ADD7D519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89775-5001-A288-272D-6C00DE94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484923-90E0-3847-BDCD-FCD64C9A9D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7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077A-561B-A762-5B4C-37AD1821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1F603-09BB-03B8-83B9-0E3FE0B72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CDB87-3DC5-BA14-7A3C-8B829D070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1E90-D3BF-4B33-FDF4-70B08A6A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7D217-2496-4892-C938-D75CC28C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2C6CF-5338-35B1-7883-3A6CDD78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1883B1-BB22-D448-B0DF-627D3FC736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3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1157-2229-618B-D384-F67B42F9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FD600-85E6-ED59-FC0A-285DAFB8E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0FFF1-F28D-6B0C-2AAD-9CCCFC2BE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6A336-D20B-F925-8A27-01B855C65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9877E-AF57-2AFF-1FE2-80462286E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FA79F-0DC3-2F74-EFCE-D37C0173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BC6BB-562B-B82C-885C-FCE3B800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DFD6D-10A4-EBFB-343E-3AB2DF89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021B0E-25F9-004B-AD5C-40A782F0CF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6BF6-B26A-DD70-6DD9-D981A7A9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F45D7-7C49-95BE-41F8-C9C373A4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D3E20-B6AF-1033-1238-DCB07907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94B88-99E5-1D62-1118-F40BA86B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0B0A89-EABE-3149-BD06-AB683EBF93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754D0-3E6D-DF8F-C555-5587810A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4FF24-F506-7F29-6BC5-0CB68DDC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9799F-7D7F-3F95-4F04-42B539D6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613160-DE4F-F245-AD6F-B09446B55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935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4721-0767-A5B8-551D-1545122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508B-7DCA-1F96-5E1A-25F94F9E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3BB59-7B4C-DCEA-A46C-1293B698F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5988E-9B94-8537-5A94-21BF5357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90EAE-0DF7-A3A7-23DE-B46F4E6C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AF5E-E537-3B5D-4B44-04AED782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1A60C3-3915-3846-8557-CA8EE3DED3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8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3B89-C2B5-6268-45BD-EF085FF0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ABFBC-C730-F9F2-DDE1-B9849CAC5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554C-03C3-35A6-F9B6-E52DBA165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B533-CF8E-CCF8-562A-0D45D13B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F4189-2FB5-0AEC-5885-595FBB7F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B2CA5-DD6C-9CAF-DFF9-60C420AF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894877-E524-804C-86F1-D1073D20B0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9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B034-234A-AB7F-2F8F-C714D468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D8D53-962C-EAD7-FCFF-504F7DF93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EAE6-392A-CD41-1342-1D987A47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D26CD-C405-4758-0187-A0FA1123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99237-16D1-A13B-5E0D-27785EF5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356742-C9D2-8448-8DF3-2AC639B206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2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2D50A-7D3C-3DAC-D97E-2094BB135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8BEDF-0F44-3C50-C15F-721021696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EE63-A36D-0D34-2B26-51CA3CD2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9AB7-D9D0-AA32-1805-27F28893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8946-07B0-DD00-E200-144A7725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8C3500-2317-3F49-B4E8-D2B55F4DF3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4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77C53-70D5-4693-CAA0-6BA9E7C5AD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53B5F-0125-79C7-2D50-74BFE7F13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5D13E-7075-86B5-B3F1-C64EBAE117F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6AD51-BD4B-84F4-474B-109C5D94500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6800"/>
            <a:ext cx="319500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68167-EACE-D0F9-4754-32A5E5ED580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E3F4A7C-0F41-B64F-A268-49BC45A161B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58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888"/>
        </a:spcBef>
        <a:spcAft>
          <a:spcPts val="0"/>
        </a:spcAft>
        <a:tabLst/>
        <a:defRPr lang="en-US" sz="42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7F21-1700-B0FB-AE5A-C090C96B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ED68C22-6793-AE56-6A3F-C9EA6C0F9722}"/>
              </a:ext>
            </a:extLst>
          </p:cNvPr>
          <p:cNvGrpSpPr/>
          <p:nvPr/>
        </p:nvGrpSpPr>
        <p:grpSpPr>
          <a:xfrm>
            <a:off x="353880" y="438120"/>
            <a:ext cx="5902672" cy="3667680"/>
            <a:chOff x="353880" y="438120"/>
            <a:chExt cx="5902672" cy="366768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8EB5BECD-1499-8FA5-0A5B-50E58273AF2A}"/>
                </a:ext>
              </a:extLst>
            </p:cNvPr>
            <p:cNvSpPr/>
            <p:nvPr/>
          </p:nvSpPr>
          <p:spPr>
            <a:xfrm>
              <a:off x="924840" y="190116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D81E33-1CA9-623F-3100-B92EDA1D220D}"/>
                </a:ext>
              </a:extLst>
            </p:cNvPr>
            <p:cNvSpPr txBox="1"/>
            <p:nvPr/>
          </p:nvSpPr>
          <p:spPr>
            <a:xfrm>
              <a:off x="1052280" y="213948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2D6D057-4EC7-8FE0-665A-AD1B1F1C9EC4}"/>
                </a:ext>
              </a:extLst>
            </p:cNvPr>
            <p:cNvSpPr/>
            <p:nvPr/>
          </p:nvSpPr>
          <p:spPr>
            <a:xfrm>
              <a:off x="4021200" y="19015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67902E-B8AD-76D2-D278-130118C90020}"/>
                </a:ext>
              </a:extLst>
            </p:cNvPr>
            <p:cNvSpPr txBox="1"/>
            <p:nvPr/>
          </p:nvSpPr>
          <p:spPr>
            <a:xfrm>
              <a:off x="4148639" y="213984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7B57B38-C21F-C39C-D89C-9C591FBCFC5D}"/>
                </a:ext>
              </a:extLst>
            </p:cNvPr>
            <p:cNvSpPr/>
            <p:nvPr/>
          </p:nvSpPr>
          <p:spPr>
            <a:xfrm>
              <a:off x="2506680" y="4381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D99DD-5C28-E1CF-3E8B-FA16B2C10E28}"/>
                </a:ext>
              </a:extLst>
            </p:cNvPr>
            <p:cNvSpPr txBox="1"/>
            <p:nvPr/>
          </p:nvSpPr>
          <p:spPr>
            <a:xfrm>
              <a:off x="2472043" y="675360"/>
              <a:ext cx="1368878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Documents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4140617C-69DF-8FBF-3996-90579C12712F}"/>
                </a:ext>
              </a:extLst>
            </p:cNvPr>
            <p:cNvSpPr/>
            <p:nvPr/>
          </p:nvSpPr>
          <p:spPr>
            <a:xfrm>
              <a:off x="3706200" y="126108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43C0E273-EA31-D72F-1070-99ADA059FC4D}"/>
                </a:ext>
              </a:extLst>
            </p:cNvPr>
            <p:cNvSpPr/>
            <p:nvPr/>
          </p:nvSpPr>
          <p:spPr>
            <a:xfrm flipH="1">
              <a:off x="833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75EC4520-9A1E-FA8B-624A-575483291CFD}"/>
                </a:ext>
              </a:extLst>
            </p:cNvPr>
            <p:cNvSpPr/>
            <p:nvPr/>
          </p:nvSpPr>
          <p:spPr>
            <a:xfrm>
              <a:off x="1656360" y="272412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E1C1FC1-D3E7-6980-323C-B9E2D2FF2627}"/>
                </a:ext>
              </a:extLst>
            </p:cNvPr>
            <p:cNvSpPr/>
            <p:nvPr/>
          </p:nvSpPr>
          <p:spPr>
            <a:xfrm>
              <a:off x="35388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562B231-1794-DA85-701D-644965139241}"/>
                </a:ext>
              </a:extLst>
            </p:cNvPr>
            <p:cNvSpPr/>
            <p:nvPr/>
          </p:nvSpPr>
          <p:spPr>
            <a:xfrm>
              <a:off x="130896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C5FAEE4-E662-ECB2-7163-A9B443FB05B7}"/>
                </a:ext>
              </a:extLst>
            </p:cNvPr>
            <p:cNvSpPr/>
            <p:nvPr/>
          </p:nvSpPr>
          <p:spPr>
            <a:xfrm>
              <a:off x="2262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926327F2-F54B-C1B8-90E5-25907616362C}"/>
                </a:ext>
              </a:extLst>
            </p:cNvPr>
            <p:cNvSpPr/>
            <p:nvPr/>
          </p:nvSpPr>
          <p:spPr>
            <a:xfrm>
              <a:off x="1985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9377EA54-0318-AD22-E1C2-D4F13ADB14C7}"/>
                </a:ext>
              </a:extLst>
            </p:cNvPr>
            <p:cNvSpPr/>
            <p:nvPr/>
          </p:nvSpPr>
          <p:spPr>
            <a:xfrm flipH="1">
              <a:off x="3924719" y="272448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30930FA7-8B5A-CE5A-B63F-0C5AACEA94D7}"/>
                </a:ext>
              </a:extLst>
            </p:cNvPr>
            <p:cNvSpPr/>
            <p:nvPr/>
          </p:nvSpPr>
          <p:spPr>
            <a:xfrm>
              <a:off x="4747680" y="272448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8382E1C-12D1-1D4D-F6EA-D8E76910871B}"/>
                </a:ext>
              </a:extLst>
            </p:cNvPr>
            <p:cNvSpPr/>
            <p:nvPr/>
          </p:nvSpPr>
          <p:spPr>
            <a:xfrm>
              <a:off x="344520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47E9C8-3AE6-75D5-A48F-1EDA5B1134DD}"/>
                </a:ext>
              </a:extLst>
            </p:cNvPr>
            <p:cNvSpPr txBox="1"/>
            <p:nvPr/>
          </p:nvSpPr>
          <p:spPr>
            <a:xfrm>
              <a:off x="3517200" y="35308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08C209F-F690-1917-C030-DC3F95CC28A6}"/>
                </a:ext>
              </a:extLst>
            </p:cNvPr>
            <p:cNvSpPr/>
            <p:nvPr/>
          </p:nvSpPr>
          <p:spPr>
            <a:xfrm>
              <a:off x="440028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A49F0E4-C140-EDB8-97AC-9CB9FDA228DF}"/>
                </a:ext>
              </a:extLst>
            </p:cNvPr>
            <p:cNvSpPr/>
            <p:nvPr/>
          </p:nvSpPr>
          <p:spPr>
            <a:xfrm>
              <a:off x="5353920" y="340199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9A6F89EA-FB60-2FCD-2219-1D7D5E536EAB}"/>
                </a:ext>
              </a:extLst>
            </p:cNvPr>
            <p:cNvSpPr/>
            <p:nvPr/>
          </p:nvSpPr>
          <p:spPr>
            <a:xfrm>
              <a:off x="5076720" y="272448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081B67D5-6A65-2A47-B27D-800A3E69F4AF}"/>
                </a:ext>
              </a:extLst>
            </p:cNvPr>
            <p:cNvSpPr/>
            <p:nvPr/>
          </p:nvSpPr>
          <p:spPr>
            <a:xfrm flipH="1">
              <a:off x="1582199" y="1261440"/>
              <a:ext cx="1005841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9E28FF-17D5-2C69-ABA0-A27D43BA471F}"/>
                </a:ext>
              </a:extLst>
            </p:cNvPr>
            <p:cNvSpPr txBox="1"/>
            <p:nvPr/>
          </p:nvSpPr>
          <p:spPr>
            <a:xfrm>
              <a:off x="445320" y="35470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8A8926-CEDC-FDEF-1DDC-554BEA49BE4C}"/>
                </a:ext>
              </a:extLst>
            </p:cNvPr>
            <p:cNvSpPr txBox="1"/>
            <p:nvPr/>
          </p:nvSpPr>
          <p:spPr>
            <a:xfrm>
              <a:off x="22730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DA90C8-D77B-243A-6CAD-4DF24EC30218}"/>
                </a:ext>
              </a:extLst>
            </p:cNvPr>
            <p:cNvSpPr txBox="1"/>
            <p:nvPr/>
          </p:nvSpPr>
          <p:spPr>
            <a:xfrm>
              <a:off x="43988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14C960-1EBD-DCE9-1FEC-FFDD863809D3}"/>
                </a:ext>
              </a:extLst>
            </p:cNvPr>
            <p:cNvSpPr txBox="1"/>
            <p:nvPr/>
          </p:nvSpPr>
          <p:spPr>
            <a:xfrm>
              <a:off x="5361592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13FC1D-3D3F-403A-64F6-26D90CA609A3}"/>
                </a:ext>
              </a:extLst>
            </p:cNvPr>
            <p:cNvSpPr txBox="1"/>
            <p:nvPr/>
          </p:nvSpPr>
          <p:spPr>
            <a:xfrm>
              <a:off x="1281960" y="3530880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366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95B0-FB62-9D0F-571F-C8C11EF6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5BD42D0C-52EC-8895-8B7E-2D6E288DB66F}"/>
              </a:ext>
            </a:extLst>
          </p:cNvPr>
          <p:cNvGrpSpPr/>
          <p:nvPr/>
        </p:nvGrpSpPr>
        <p:grpSpPr>
          <a:xfrm>
            <a:off x="15080" y="66906"/>
            <a:ext cx="6789744" cy="4158791"/>
            <a:chOff x="15080" y="66906"/>
            <a:chExt cx="6789744" cy="4158791"/>
          </a:xfrm>
        </p:grpSpPr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4EBA9D18-B34C-07D1-FE64-57C358CA8A9D}"/>
                </a:ext>
              </a:extLst>
            </p:cNvPr>
            <p:cNvSpPr/>
            <p:nvPr/>
          </p:nvSpPr>
          <p:spPr>
            <a:xfrm>
              <a:off x="3706200" y="1261080"/>
              <a:ext cx="894057" cy="572528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946F519F-9E9A-6A55-9670-E44A4B256CF9}"/>
                </a:ext>
              </a:extLst>
            </p:cNvPr>
            <p:cNvSpPr/>
            <p:nvPr/>
          </p:nvSpPr>
          <p:spPr>
            <a:xfrm flipH="1">
              <a:off x="1582199" y="1261440"/>
              <a:ext cx="1005841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28" name="Graphic 27" descr="Folder with solid fill">
              <a:extLst>
                <a:ext uri="{FF2B5EF4-FFF2-40B4-BE49-F238E27FC236}">
                  <a16:creationId xmlns:a16="http://schemas.microsoft.com/office/drawing/2014/main" id="{723DBE5F-73BD-4A51-D923-E205F0419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60566" y="2903340"/>
              <a:ext cx="1242594" cy="1279753"/>
            </a:xfrm>
            <a:prstGeom prst="rect">
              <a:avLst/>
            </a:prstGeom>
          </p:spPr>
        </p:pic>
        <p:pic>
          <p:nvPicPr>
            <p:cNvPr id="29" name="Graphic 28" descr="Folder with solid fill">
              <a:extLst>
                <a:ext uri="{FF2B5EF4-FFF2-40B4-BE49-F238E27FC236}">
                  <a16:creationId xmlns:a16="http://schemas.microsoft.com/office/drawing/2014/main" id="{F7F0A52A-95AF-36BF-B9BB-6262BF908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1520" y="2881482"/>
              <a:ext cx="1188364" cy="1279753"/>
            </a:xfrm>
            <a:prstGeom prst="rect">
              <a:avLst/>
            </a:prstGeom>
          </p:spPr>
        </p:pic>
        <p:pic>
          <p:nvPicPr>
            <p:cNvPr id="30" name="Graphic 29" descr="Folder with solid fill">
              <a:extLst>
                <a:ext uri="{FF2B5EF4-FFF2-40B4-BE49-F238E27FC236}">
                  <a16:creationId xmlns:a16="http://schemas.microsoft.com/office/drawing/2014/main" id="{DDF1925A-F667-9557-781D-93331B978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80" y="2865642"/>
              <a:ext cx="1188364" cy="1279753"/>
            </a:xfrm>
            <a:prstGeom prst="rect">
              <a:avLst/>
            </a:prstGeom>
          </p:spPr>
        </p:pic>
        <p:pic>
          <p:nvPicPr>
            <p:cNvPr id="31" name="Graphic 30" descr="Folder with solid fill">
              <a:extLst>
                <a:ext uri="{FF2B5EF4-FFF2-40B4-BE49-F238E27FC236}">
                  <a16:creationId xmlns:a16="http://schemas.microsoft.com/office/drawing/2014/main" id="{9DE7E96D-8826-2E99-B899-2903F6AC4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4913" y="1609318"/>
              <a:ext cx="1508970" cy="12797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48C2FE-CC4C-4D23-B0FA-BC540A74E6FB}"/>
                </a:ext>
              </a:extLst>
            </p:cNvPr>
            <p:cNvSpPr txBox="1"/>
            <p:nvPr/>
          </p:nvSpPr>
          <p:spPr>
            <a:xfrm>
              <a:off x="1057507" y="212151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34" name="Straight Connector 33">
              <a:extLst>
                <a:ext uri="{FF2B5EF4-FFF2-40B4-BE49-F238E27FC236}">
                  <a16:creationId xmlns:a16="http://schemas.microsoft.com/office/drawing/2014/main" id="{9D0C497D-E1FA-ED7D-D20E-3808EFFFEF10}"/>
                </a:ext>
              </a:extLst>
            </p:cNvPr>
            <p:cNvSpPr/>
            <p:nvPr/>
          </p:nvSpPr>
          <p:spPr>
            <a:xfrm flipH="1">
              <a:off x="869770" y="2664858"/>
              <a:ext cx="388078" cy="49803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5" name="Straight Connector 34">
              <a:extLst>
                <a:ext uri="{FF2B5EF4-FFF2-40B4-BE49-F238E27FC236}">
                  <a16:creationId xmlns:a16="http://schemas.microsoft.com/office/drawing/2014/main" id="{D72EB89D-1D98-E8CF-C244-8C657892688F}"/>
                </a:ext>
              </a:extLst>
            </p:cNvPr>
            <p:cNvSpPr/>
            <p:nvPr/>
          </p:nvSpPr>
          <p:spPr>
            <a:xfrm>
              <a:off x="1547860" y="2665287"/>
              <a:ext cx="0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6" name="Straight Connector 35">
              <a:extLst>
                <a:ext uri="{FF2B5EF4-FFF2-40B4-BE49-F238E27FC236}">
                  <a16:creationId xmlns:a16="http://schemas.microsoft.com/office/drawing/2014/main" id="{52D2B569-1855-0376-2DD2-64E1B8203E4E}"/>
                </a:ext>
              </a:extLst>
            </p:cNvPr>
            <p:cNvSpPr/>
            <p:nvPr/>
          </p:nvSpPr>
          <p:spPr>
            <a:xfrm>
              <a:off x="1870567" y="2664816"/>
              <a:ext cx="453316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D5C5A5-4095-2F9E-8688-033D73D84204}"/>
                </a:ext>
              </a:extLst>
            </p:cNvPr>
            <p:cNvSpPr txBox="1"/>
            <p:nvPr/>
          </p:nvSpPr>
          <p:spPr>
            <a:xfrm>
              <a:off x="263844" y="3398062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75E92B-C42A-B27B-93D9-FB477A38ADBA}"/>
                </a:ext>
              </a:extLst>
            </p:cNvPr>
            <p:cNvSpPr txBox="1"/>
            <p:nvPr/>
          </p:nvSpPr>
          <p:spPr>
            <a:xfrm>
              <a:off x="2311860" y="339927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395704-F076-D753-B4E3-39BC43FED8EE}"/>
                </a:ext>
              </a:extLst>
            </p:cNvPr>
            <p:cNvSpPr txBox="1"/>
            <p:nvPr/>
          </p:nvSpPr>
          <p:spPr>
            <a:xfrm>
              <a:off x="1255621" y="3389053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pic>
          <p:nvPicPr>
            <p:cNvPr id="41" name="Graphic 40" descr="Folder with solid fill">
              <a:extLst>
                <a:ext uri="{FF2B5EF4-FFF2-40B4-BE49-F238E27FC236}">
                  <a16:creationId xmlns:a16="http://schemas.microsoft.com/office/drawing/2014/main" id="{396C8A04-918A-E7F2-11F6-5B1E679B7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62230" y="2945944"/>
              <a:ext cx="1242594" cy="1279753"/>
            </a:xfrm>
            <a:prstGeom prst="rect">
              <a:avLst/>
            </a:prstGeom>
          </p:spPr>
        </p:pic>
        <p:pic>
          <p:nvPicPr>
            <p:cNvPr id="42" name="Graphic 41" descr="Folder with solid fill">
              <a:extLst>
                <a:ext uri="{FF2B5EF4-FFF2-40B4-BE49-F238E27FC236}">
                  <a16:creationId xmlns:a16="http://schemas.microsoft.com/office/drawing/2014/main" id="{BC9F81AB-89A5-BD03-5FB5-9FDAC31F5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03184" y="2924086"/>
              <a:ext cx="1188364" cy="1279753"/>
            </a:xfrm>
            <a:prstGeom prst="rect">
              <a:avLst/>
            </a:prstGeom>
          </p:spPr>
        </p:pic>
        <p:pic>
          <p:nvPicPr>
            <p:cNvPr id="43" name="Graphic 42" descr="Folder with solid fill">
              <a:extLst>
                <a:ext uri="{FF2B5EF4-FFF2-40B4-BE49-F238E27FC236}">
                  <a16:creationId xmlns:a16="http://schemas.microsoft.com/office/drawing/2014/main" id="{87B1433C-9C36-00D2-13E1-5AE76E9EC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16744" y="2908246"/>
              <a:ext cx="1188364" cy="1279753"/>
            </a:xfrm>
            <a:prstGeom prst="rect">
              <a:avLst/>
            </a:prstGeom>
          </p:spPr>
        </p:pic>
        <p:pic>
          <p:nvPicPr>
            <p:cNvPr id="44" name="Graphic 43" descr="Folder with solid fill">
              <a:extLst>
                <a:ext uri="{FF2B5EF4-FFF2-40B4-BE49-F238E27FC236}">
                  <a16:creationId xmlns:a16="http://schemas.microsoft.com/office/drawing/2014/main" id="{EF6D47F8-B46B-5AE8-2EBE-40B942D65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16577" y="1651922"/>
              <a:ext cx="1508970" cy="1279753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135A3E-8A21-E012-47AD-B99D560FA987}"/>
                </a:ext>
              </a:extLst>
            </p:cNvPr>
            <p:cNvSpPr txBox="1"/>
            <p:nvPr/>
          </p:nvSpPr>
          <p:spPr>
            <a:xfrm>
              <a:off x="4459171" y="2164114"/>
              <a:ext cx="1029875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46" name="Straight Connector 45">
              <a:extLst>
                <a:ext uri="{FF2B5EF4-FFF2-40B4-BE49-F238E27FC236}">
                  <a16:creationId xmlns:a16="http://schemas.microsoft.com/office/drawing/2014/main" id="{B6C7E377-57ED-C00E-679C-478E0E3AE36B}"/>
                </a:ext>
              </a:extLst>
            </p:cNvPr>
            <p:cNvSpPr/>
            <p:nvPr/>
          </p:nvSpPr>
          <p:spPr>
            <a:xfrm flipH="1">
              <a:off x="4271434" y="2707462"/>
              <a:ext cx="388078" cy="49803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7" name="Straight Connector 46">
              <a:extLst>
                <a:ext uri="{FF2B5EF4-FFF2-40B4-BE49-F238E27FC236}">
                  <a16:creationId xmlns:a16="http://schemas.microsoft.com/office/drawing/2014/main" id="{C2BB3CCE-9F4D-F7C5-FF73-F79D758B6BAD}"/>
                </a:ext>
              </a:extLst>
            </p:cNvPr>
            <p:cNvSpPr/>
            <p:nvPr/>
          </p:nvSpPr>
          <p:spPr>
            <a:xfrm>
              <a:off x="4949524" y="2707891"/>
              <a:ext cx="0" cy="443758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8" name="Straight Connector 47">
              <a:extLst>
                <a:ext uri="{FF2B5EF4-FFF2-40B4-BE49-F238E27FC236}">
                  <a16:creationId xmlns:a16="http://schemas.microsoft.com/office/drawing/2014/main" id="{5B8B944A-4CD4-EF7A-F345-C7921109E645}"/>
                </a:ext>
              </a:extLst>
            </p:cNvPr>
            <p:cNvSpPr/>
            <p:nvPr/>
          </p:nvSpPr>
          <p:spPr>
            <a:xfrm>
              <a:off x="5272231" y="2707420"/>
              <a:ext cx="453316" cy="443758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0FCB226-2E27-1BA0-F732-9E570664E82D}"/>
                </a:ext>
              </a:extLst>
            </p:cNvPr>
            <p:cNvSpPr txBox="1"/>
            <p:nvPr/>
          </p:nvSpPr>
          <p:spPr>
            <a:xfrm>
              <a:off x="3665508" y="3440666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D77304-15C9-9B38-7165-16CA0A6B03F0}"/>
                </a:ext>
              </a:extLst>
            </p:cNvPr>
            <p:cNvSpPr txBox="1"/>
            <p:nvPr/>
          </p:nvSpPr>
          <p:spPr>
            <a:xfrm>
              <a:off x="5713524" y="3441880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C4F30E-147F-172C-FB4E-A546A0DD7133}"/>
                </a:ext>
              </a:extLst>
            </p:cNvPr>
            <p:cNvSpPr txBox="1"/>
            <p:nvPr/>
          </p:nvSpPr>
          <p:spPr>
            <a:xfrm>
              <a:off x="4657285" y="3431657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pic>
          <p:nvPicPr>
            <p:cNvPr id="52" name="Graphic 51" descr="Folder with solid fill">
              <a:extLst>
                <a:ext uri="{FF2B5EF4-FFF2-40B4-BE49-F238E27FC236}">
                  <a16:creationId xmlns:a16="http://schemas.microsoft.com/office/drawing/2014/main" id="{FD095D7E-7FB2-6D73-E662-7AEA7591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51883" y="66906"/>
              <a:ext cx="1800359" cy="143994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CD26DE-31AB-9089-4FFB-C5229404B7B9}"/>
                </a:ext>
              </a:extLst>
            </p:cNvPr>
            <p:cNvSpPr txBox="1"/>
            <p:nvPr/>
          </p:nvSpPr>
          <p:spPr>
            <a:xfrm>
              <a:off x="2452741" y="648305"/>
              <a:ext cx="1368878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Documents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06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2E1E-92BC-50DF-C43B-4F730C19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2F6C4FB2-064B-C87E-F596-C9B9705CE354}"/>
              </a:ext>
            </a:extLst>
          </p:cNvPr>
          <p:cNvGrpSpPr/>
          <p:nvPr/>
        </p:nvGrpSpPr>
        <p:grpSpPr>
          <a:xfrm>
            <a:off x="515980" y="583406"/>
            <a:ext cx="6655917" cy="3701612"/>
            <a:chOff x="515980" y="583406"/>
            <a:chExt cx="6655917" cy="3701612"/>
          </a:xfrm>
        </p:grpSpPr>
        <p:pic>
          <p:nvPicPr>
            <p:cNvPr id="28" name="Graphic 27" descr="Folder with solid fill">
              <a:extLst>
                <a:ext uri="{FF2B5EF4-FFF2-40B4-BE49-F238E27FC236}">
                  <a16:creationId xmlns:a16="http://schemas.microsoft.com/office/drawing/2014/main" id="{4B4C1A2E-CFB7-B74D-E327-681A92CB1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96398" y="1958959"/>
              <a:ext cx="1242594" cy="1279753"/>
            </a:xfrm>
            <a:prstGeom prst="rect">
              <a:avLst/>
            </a:prstGeom>
          </p:spPr>
        </p:pic>
        <p:pic>
          <p:nvPicPr>
            <p:cNvPr id="29" name="Graphic 28" descr="Folder with solid fill">
              <a:extLst>
                <a:ext uri="{FF2B5EF4-FFF2-40B4-BE49-F238E27FC236}">
                  <a16:creationId xmlns:a16="http://schemas.microsoft.com/office/drawing/2014/main" id="{8F2748C1-31E6-84D5-E979-D9F6C46F3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7352" y="1937101"/>
              <a:ext cx="1188364" cy="1279753"/>
            </a:xfrm>
            <a:prstGeom prst="rect">
              <a:avLst/>
            </a:prstGeom>
          </p:spPr>
        </p:pic>
        <p:pic>
          <p:nvPicPr>
            <p:cNvPr id="30" name="Graphic 29" descr="Folder with solid fill">
              <a:extLst>
                <a:ext uri="{FF2B5EF4-FFF2-40B4-BE49-F238E27FC236}">
                  <a16:creationId xmlns:a16="http://schemas.microsoft.com/office/drawing/2014/main" id="{4581C0A7-0343-8B0E-3FF8-E5271CF45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758" y="1937101"/>
              <a:ext cx="1188364" cy="1279753"/>
            </a:xfrm>
            <a:prstGeom prst="rect">
              <a:avLst/>
            </a:prstGeom>
          </p:spPr>
        </p:pic>
        <p:pic>
          <p:nvPicPr>
            <p:cNvPr id="31" name="Graphic 30" descr="Folder with solid fill">
              <a:extLst>
                <a:ext uri="{FF2B5EF4-FFF2-40B4-BE49-F238E27FC236}">
                  <a16:creationId xmlns:a16="http://schemas.microsoft.com/office/drawing/2014/main" id="{D6B7958D-6AAE-2871-937A-0199EE5F9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1342" y="583406"/>
              <a:ext cx="1508970" cy="12797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52CE62-AFE6-AF6B-4D68-7CE9432CEFFA}"/>
                </a:ext>
              </a:extLst>
            </p:cNvPr>
            <p:cNvSpPr txBox="1"/>
            <p:nvPr/>
          </p:nvSpPr>
          <p:spPr>
            <a:xfrm>
              <a:off x="3773936" y="1095598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35" name="Straight Connector 34">
              <a:extLst>
                <a:ext uri="{FF2B5EF4-FFF2-40B4-BE49-F238E27FC236}">
                  <a16:creationId xmlns:a16="http://schemas.microsoft.com/office/drawing/2014/main" id="{B88812F5-D271-8187-153C-06347DC1ED99}"/>
                </a:ext>
              </a:extLst>
            </p:cNvPr>
            <p:cNvSpPr/>
            <p:nvPr/>
          </p:nvSpPr>
          <p:spPr>
            <a:xfrm flipH="1">
              <a:off x="4233672" y="1670518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5D4B69-E1FB-1FA3-B0C6-98CF5612D3E9}"/>
                </a:ext>
              </a:extLst>
            </p:cNvPr>
            <p:cNvSpPr txBox="1"/>
            <p:nvPr/>
          </p:nvSpPr>
          <p:spPr>
            <a:xfrm>
              <a:off x="1041114" y="2449793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BBFE695-071A-BC73-4EC0-5D550B70C85E}"/>
                </a:ext>
              </a:extLst>
            </p:cNvPr>
            <p:cNvSpPr txBox="1"/>
            <p:nvPr/>
          </p:nvSpPr>
          <p:spPr>
            <a:xfrm>
              <a:off x="5047692" y="2454895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D4E12B-B662-ED26-1FD7-C5720B1570AD}"/>
                </a:ext>
              </a:extLst>
            </p:cNvPr>
            <p:cNvSpPr txBox="1"/>
            <p:nvPr/>
          </p:nvSpPr>
          <p:spPr>
            <a:xfrm>
              <a:off x="3991453" y="2444672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pic>
          <p:nvPicPr>
            <p:cNvPr id="2" name="Graphic 1" descr="Folder with solid fill">
              <a:extLst>
                <a:ext uri="{FF2B5EF4-FFF2-40B4-BE49-F238E27FC236}">
                  <a16:creationId xmlns:a16="http://schemas.microsoft.com/office/drawing/2014/main" id="{B7FD463C-7793-DD1C-500D-F7C86A7C0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5980" y="2987106"/>
              <a:ext cx="1188364" cy="1279753"/>
            </a:xfrm>
            <a:prstGeom prst="rect">
              <a:avLst/>
            </a:prstGeom>
          </p:spPr>
        </p:pic>
        <p:pic>
          <p:nvPicPr>
            <p:cNvPr id="4" name="Graphic 3" descr="Document with solid fill">
              <a:extLst>
                <a:ext uri="{FF2B5EF4-FFF2-40B4-BE49-F238E27FC236}">
                  <a16:creationId xmlns:a16="http://schemas.microsoft.com/office/drawing/2014/main" id="{DE702DF9-5C6C-6276-3F0F-DB6CCB896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98994" y="2163850"/>
              <a:ext cx="582089" cy="582089"/>
            </a:xfrm>
            <a:prstGeom prst="rect">
              <a:avLst/>
            </a:prstGeom>
          </p:spPr>
        </p:pic>
        <p:pic>
          <p:nvPicPr>
            <p:cNvPr id="9" name="Graphic 8" descr="Folder with solid fill">
              <a:extLst>
                <a:ext uri="{FF2B5EF4-FFF2-40B4-BE49-F238E27FC236}">
                  <a16:creationId xmlns:a16="http://schemas.microsoft.com/office/drawing/2014/main" id="{A555DE2B-7232-27A8-C185-059C84766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06947" y="1934438"/>
              <a:ext cx="1188364" cy="127975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7BCD16-C9ED-33D3-FE09-8CC2CABE2082}"/>
                </a:ext>
              </a:extLst>
            </p:cNvPr>
            <p:cNvSpPr txBox="1"/>
            <p:nvPr/>
          </p:nvSpPr>
          <p:spPr>
            <a:xfrm>
              <a:off x="2074359" y="2449793"/>
              <a:ext cx="569364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doc</a:t>
              </a:r>
            </a:p>
          </p:txBody>
        </p:sp>
        <p:pic>
          <p:nvPicPr>
            <p:cNvPr id="11" name="Graphic 10" descr="Folder with solid fill">
              <a:extLst>
                <a:ext uri="{FF2B5EF4-FFF2-40B4-BE49-F238E27FC236}">
                  <a16:creationId xmlns:a16="http://schemas.microsoft.com/office/drawing/2014/main" id="{230E365B-4A27-C2B3-6741-71A68E640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7611" y="1929929"/>
              <a:ext cx="1188364" cy="127975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AF4F94-1A8E-C4C1-7B3D-0A13C8FEB96D}"/>
                </a:ext>
              </a:extLst>
            </p:cNvPr>
            <p:cNvSpPr txBox="1"/>
            <p:nvPr/>
          </p:nvSpPr>
          <p:spPr>
            <a:xfrm>
              <a:off x="3028608" y="2333724"/>
              <a:ext cx="835783" cy="59229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dirty="0" err="1">
                  <a:latin typeface="Liberation Sans" pitchFamily="18"/>
                  <a:ea typeface="Noto Sans CJK SC" pitchFamily="2"/>
                  <a:cs typeface="Lohit Devanagari" pitchFamily="2"/>
                </a:rPr>
                <a:t>m</a:t>
              </a:r>
              <a:r>
                <a:rPr lang="en-US" sz="1700" b="1" i="0" u="none" strike="noStrike" kern="1200" cap="none" dirty="0" err="1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anu</a:t>
              </a: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-</a:t>
              </a:r>
              <a:b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</a:b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</a:t>
              </a:r>
            </a:p>
          </p:txBody>
        </p:sp>
        <p:sp>
          <p:nvSpPr>
            <p:cNvPr id="13" name="Straight Connector 12">
              <a:extLst>
                <a:ext uri="{FF2B5EF4-FFF2-40B4-BE49-F238E27FC236}">
                  <a16:creationId xmlns:a16="http://schemas.microsoft.com/office/drawing/2014/main" id="{E9DD6FFB-5A94-2AE1-5D24-B5914A5CA6C0}"/>
                </a:ext>
              </a:extLst>
            </p:cNvPr>
            <p:cNvSpPr/>
            <p:nvPr/>
          </p:nvSpPr>
          <p:spPr>
            <a:xfrm flipH="1">
              <a:off x="1416681" y="1885644"/>
              <a:ext cx="5151008" cy="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4425CF65-0D29-2016-4D1E-210135A036D5}"/>
                </a:ext>
              </a:extLst>
            </p:cNvPr>
            <p:cNvSpPr/>
            <p:nvPr/>
          </p:nvSpPr>
          <p:spPr>
            <a:xfrm flipH="1">
              <a:off x="1421053" y="1895944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025A94-9A31-098B-4325-872225CBA372}"/>
                </a:ext>
              </a:extLst>
            </p:cNvPr>
            <p:cNvSpPr txBox="1"/>
            <p:nvPr/>
          </p:nvSpPr>
          <p:spPr>
            <a:xfrm>
              <a:off x="6045457" y="2678003"/>
              <a:ext cx="1126440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README</a:t>
              </a: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D2F4C35F-B83E-5A95-29E4-1CD03557B320}"/>
                </a:ext>
              </a:extLst>
            </p:cNvPr>
            <p:cNvSpPr/>
            <p:nvPr/>
          </p:nvSpPr>
          <p:spPr>
            <a:xfrm flipH="1">
              <a:off x="2423845" y="1902040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0BCE96A5-52E9-4BC4-0C8B-0798FF3AEBC3}"/>
                </a:ext>
              </a:extLst>
            </p:cNvPr>
            <p:cNvSpPr/>
            <p:nvPr/>
          </p:nvSpPr>
          <p:spPr>
            <a:xfrm flipH="1">
              <a:off x="3408349" y="1908136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F1373467-67D6-4A70-765E-28D54D51DB6B}"/>
                </a:ext>
              </a:extLst>
            </p:cNvPr>
            <p:cNvSpPr/>
            <p:nvPr/>
          </p:nvSpPr>
          <p:spPr>
            <a:xfrm flipH="1">
              <a:off x="4456861" y="1895944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02B87AA9-D161-DAF2-9CAA-7E067B04FB01}"/>
                </a:ext>
              </a:extLst>
            </p:cNvPr>
            <p:cNvSpPr/>
            <p:nvPr/>
          </p:nvSpPr>
          <p:spPr>
            <a:xfrm flipH="1">
              <a:off x="5496229" y="1895944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0" name="Straight Connector 19">
              <a:extLst>
                <a:ext uri="{FF2B5EF4-FFF2-40B4-BE49-F238E27FC236}">
                  <a16:creationId xmlns:a16="http://schemas.microsoft.com/office/drawing/2014/main" id="{0C5DA219-0652-6C7D-B360-76C8847DD465}"/>
                </a:ext>
              </a:extLst>
            </p:cNvPr>
            <p:cNvSpPr/>
            <p:nvPr/>
          </p:nvSpPr>
          <p:spPr>
            <a:xfrm flipH="1">
              <a:off x="6557183" y="1886794"/>
              <a:ext cx="0" cy="22616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08491578-C747-D29A-5582-084ED707B3CA}"/>
                </a:ext>
              </a:extLst>
            </p:cNvPr>
            <p:cNvSpPr/>
            <p:nvPr/>
          </p:nvSpPr>
          <p:spPr>
            <a:xfrm flipH="1">
              <a:off x="1228723" y="3002629"/>
              <a:ext cx="173583" cy="227085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22F656-0D1B-2ABE-494C-1E5DB5EBAF61}"/>
                </a:ext>
              </a:extLst>
            </p:cNvPr>
            <p:cNvSpPr txBox="1"/>
            <p:nvPr/>
          </p:nvSpPr>
          <p:spPr>
            <a:xfrm>
              <a:off x="745378" y="3499798"/>
              <a:ext cx="690680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meta</a:t>
              </a:r>
            </a:p>
          </p:txBody>
        </p:sp>
        <p:pic>
          <p:nvPicPr>
            <p:cNvPr id="24" name="Graphic 23" descr="Folder with solid fill">
              <a:extLst>
                <a:ext uri="{FF2B5EF4-FFF2-40B4-BE49-F238E27FC236}">
                  <a16:creationId xmlns:a16="http://schemas.microsoft.com/office/drawing/2014/main" id="{87591F2F-BE2B-5334-8D69-EB716DB8F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51478" y="2987106"/>
              <a:ext cx="1188364" cy="1279753"/>
            </a:xfrm>
            <a:prstGeom prst="rect">
              <a:avLst/>
            </a:prstGeom>
          </p:spPr>
        </p:pic>
        <p:sp>
          <p:nvSpPr>
            <p:cNvPr id="25" name="Straight Connector 24">
              <a:extLst>
                <a:ext uri="{FF2B5EF4-FFF2-40B4-BE49-F238E27FC236}">
                  <a16:creationId xmlns:a16="http://schemas.microsoft.com/office/drawing/2014/main" id="{DC2CFC37-E1C9-81BB-7FAF-D9780DFCB4A3}"/>
                </a:ext>
              </a:extLst>
            </p:cNvPr>
            <p:cNvSpPr/>
            <p:nvPr/>
          </p:nvSpPr>
          <p:spPr>
            <a:xfrm>
              <a:off x="1686501" y="3019593"/>
              <a:ext cx="171944" cy="18665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E673ABB-EDEF-2BC6-21EC-F24555BAEAB5}"/>
                </a:ext>
              </a:extLst>
            </p:cNvPr>
            <p:cNvSpPr txBox="1"/>
            <p:nvPr/>
          </p:nvSpPr>
          <p:spPr>
            <a:xfrm>
              <a:off x="1780876" y="3499798"/>
              <a:ext cx="557438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raw</a:t>
              </a:r>
            </a:p>
          </p:txBody>
        </p:sp>
        <p:pic>
          <p:nvPicPr>
            <p:cNvPr id="27" name="Graphic 26" descr="Folder with solid fill">
              <a:extLst>
                <a:ext uri="{FF2B5EF4-FFF2-40B4-BE49-F238E27FC236}">
                  <a16:creationId xmlns:a16="http://schemas.microsoft.com/office/drawing/2014/main" id="{D23B42CF-AF04-D9D5-70B2-1DEA184DA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92511" y="3002630"/>
              <a:ext cx="1188364" cy="1279753"/>
            </a:xfrm>
            <a:prstGeom prst="rect">
              <a:avLst/>
            </a:prstGeom>
          </p:spPr>
        </p:pic>
        <p:sp>
          <p:nvSpPr>
            <p:cNvPr id="32" name="Straight Connector 31">
              <a:extLst>
                <a:ext uri="{FF2B5EF4-FFF2-40B4-BE49-F238E27FC236}">
                  <a16:creationId xmlns:a16="http://schemas.microsoft.com/office/drawing/2014/main" id="{8E6C0E1B-5401-1698-A449-F03520F99207}"/>
                </a:ext>
              </a:extLst>
            </p:cNvPr>
            <p:cNvSpPr/>
            <p:nvPr/>
          </p:nvSpPr>
          <p:spPr>
            <a:xfrm flipH="1">
              <a:off x="4109686" y="3035117"/>
              <a:ext cx="218322" cy="19459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89CE870-7B20-995C-12B6-16CB9C53FCED}"/>
                </a:ext>
              </a:extLst>
            </p:cNvPr>
            <p:cNvSpPr txBox="1"/>
            <p:nvPr/>
          </p:nvSpPr>
          <p:spPr>
            <a:xfrm>
              <a:off x="3521909" y="3515322"/>
              <a:ext cx="70254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tool1</a:t>
              </a:r>
            </a:p>
          </p:txBody>
        </p:sp>
        <p:pic>
          <p:nvPicPr>
            <p:cNvPr id="54" name="Graphic 53" descr="Folder with solid fill">
              <a:extLst>
                <a:ext uri="{FF2B5EF4-FFF2-40B4-BE49-F238E27FC236}">
                  <a16:creationId xmlns:a16="http://schemas.microsoft.com/office/drawing/2014/main" id="{0CA05C9B-F320-6962-D465-34221DF26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28009" y="3002630"/>
              <a:ext cx="1188364" cy="1279753"/>
            </a:xfrm>
            <a:prstGeom prst="rect">
              <a:avLst/>
            </a:prstGeom>
          </p:spPr>
        </p:pic>
        <p:sp>
          <p:nvSpPr>
            <p:cNvPr id="55" name="Straight Connector 54">
              <a:extLst>
                <a:ext uri="{FF2B5EF4-FFF2-40B4-BE49-F238E27FC236}">
                  <a16:creationId xmlns:a16="http://schemas.microsoft.com/office/drawing/2014/main" id="{3483112D-C43F-71A5-8945-72643179A81E}"/>
                </a:ext>
              </a:extLst>
            </p:cNvPr>
            <p:cNvSpPr/>
            <p:nvPr/>
          </p:nvSpPr>
          <p:spPr>
            <a:xfrm>
              <a:off x="4463032" y="3035117"/>
              <a:ext cx="171944" cy="18665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FFF2ED-5EDD-3132-885A-4921E3B186F5}"/>
                </a:ext>
              </a:extLst>
            </p:cNvPr>
            <p:cNvSpPr txBox="1"/>
            <p:nvPr/>
          </p:nvSpPr>
          <p:spPr>
            <a:xfrm>
              <a:off x="4557407" y="3515322"/>
              <a:ext cx="70254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tool2</a:t>
              </a:r>
            </a:p>
          </p:txBody>
        </p:sp>
        <p:pic>
          <p:nvPicPr>
            <p:cNvPr id="57" name="Graphic 56" descr="Folder with solid fill">
              <a:extLst>
                <a:ext uri="{FF2B5EF4-FFF2-40B4-BE49-F238E27FC236}">
                  <a16:creationId xmlns:a16="http://schemas.microsoft.com/office/drawing/2014/main" id="{72E88403-846F-0E9E-4325-40F19DCCC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48470" y="3005265"/>
              <a:ext cx="1188364" cy="127975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22E54A2-4ECC-DB56-810D-0986699FDF97}"/>
                </a:ext>
              </a:extLst>
            </p:cNvPr>
            <p:cNvSpPr txBox="1"/>
            <p:nvPr/>
          </p:nvSpPr>
          <p:spPr>
            <a:xfrm>
              <a:off x="5712020" y="3515321"/>
              <a:ext cx="399766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577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D03F-63B4-8FA7-C4B3-30BA5FC1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150C599F-7123-F968-FC1A-59D620AD9F6B}"/>
              </a:ext>
            </a:extLst>
          </p:cNvPr>
          <p:cNvGrpSpPr/>
          <p:nvPr/>
        </p:nvGrpSpPr>
        <p:grpSpPr>
          <a:xfrm>
            <a:off x="593854" y="-198812"/>
            <a:ext cx="7923148" cy="7557406"/>
            <a:chOff x="593854" y="-198812"/>
            <a:chExt cx="7923148" cy="7557406"/>
          </a:xfrm>
        </p:grpSpPr>
        <p:pic>
          <p:nvPicPr>
            <p:cNvPr id="63" name="Graphic 62" descr="Folder with solid fill">
              <a:extLst>
                <a:ext uri="{FF2B5EF4-FFF2-40B4-BE49-F238E27FC236}">
                  <a16:creationId xmlns:a16="http://schemas.microsoft.com/office/drawing/2014/main" id="{05FAB31C-15BE-E91B-202A-07835CEC7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2198" y="5453925"/>
              <a:ext cx="1242594" cy="1279753"/>
            </a:xfrm>
            <a:prstGeom prst="rect">
              <a:avLst/>
            </a:prstGeom>
          </p:spPr>
        </p:pic>
        <p:pic>
          <p:nvPicPr>
            <p:cNvPr id="62" name="Graphic 61" descr="Folder with solid fill">
              <a:extLst>
                <a:ext uri="{FF2B5EF4-FFF2-40B4-BE49-F238E27FC236}">
                  <a16:creationId xmlns:a16="http://schemas.microsoft.com/office/drawing/2014/main" id="{CFB955E7-4E69-D5D5-29AB-529267429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3736" y="4395810"/>
              <a:ext cx="1242594" cy="1279753"/>
            </a:xfrm>
            <a:prstGeom prst="rect">
              <a:avLst/>
            </a:prstGeom>
          </p:spPr>
        </p:pic>
        <p:pic>
          <p:nvPicPr>
            <p:cNvPr id="61" name="Graphic 60" descr="Folder with solid fill">
              <a:extLst>
                <a:ext uri="{FF2B5EF4-FFF2-40B4-BE49-F238E27FC236}">
                  <a16:creationId xmlns:a16="http://schemas.microsoft.com/office/drawing/2014/main" id="{BC27C323-B59E-C61E-6403-1ACA02C66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24690" y="4373952"/>
              <a:ext cx="1188364" cy="1279753"/>
            </a:xfrm>
            <a:prstGeom prst="rect">
              <a:avLst/>
            </a:prstGeom>
          </p:spPr>
        </p:pic>
        <p:pic>
          <p:nvPicPr>
            <p:cNvPr id="60" name="Graphic 59" descr="Folder with solid fill">
              <a:extLst>
                <a:ext uri="{FF2B5EF4-FFF2-40B4-BE49-F238E27FC236}">
                  <a16:creationId xmlns:a16="http://schemas.microsoft.com/office/drawing/2014/main" id="{5F124571-3D3E-1072-C903-DE89629B0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38250" y="4358112"/>
              <a:ext cx="1188364" cy="1279753"/>
            </a:xfrm>
            <a:prstGeom prst="rect">
              <a:avLst/>
            </a:prstGeom>
          </p:spPr>
        </p:pic>
        <p:pic>
          <p:nvPicPr>
            <p:cNvPr id="45" name="Graphic 44" descr="Folder with solid fill">
              <a:extLst>
                <a:ext uri="{FF2B5EF4-FFF2-40B4-BE49-F238E27FC236}">
                  <a16:creationId xmlns:a16="http://schemas.microsoft.com/office/drawing/2014/main" id="{29C964F8-95B6-C8E1-37AA-6FA73AC29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38083" y="3101788"/>
              <a:ext cx="1508970" cy="127975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D7E3D5-92AC-C405-C1DE-7194AE414B48}"/>
                </a:ext>
              </a:extLst>
            </p:cNvPr>
            <p:cNvSpPr txBox="1"/>
            <p:nvPr/>
          </p:nvSpPr>
          <p:spPr>
            <a:xfrm>
              <a:off x="2778869" y="5976061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74BF26D1-204E-2341-2151-25482A79C462}"/>
                </a:ext>
              </a:extLst>
            </p:cNvPr>
            <p:cNvSpPr/>
            <p:nvPr/>
          </p:nvSpPr>
          <p:spPr>
            <a:xfrm>
              <a:off x="3169890" y="6534950"/>
              <a:ext cx="0" cy="21763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F20F75-2CE8-F1B6-A9DF-943532C37A91}"/>
                </a:ext>
              </a:extLst>
            </p:cNvPr>
            <p:cNvSpPr txBox="1"/>
            <p:nvPr/>
          </p:nvSpPr>
          <p:spPr>
            <a:xfrm>
              <a:off x="3377074" y="6940636"/>
              <a:ext cx="7147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S1.fq</a:t>
              </a: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4AC13AD9-24D9-C6DD-B8BC-708D61AC219D}"/>
                </a:ext>
              </a:extLst>
            </p:cNvPr>
            <p:cNvSpPr/>
            <p:nvPr/>
          </p:nvSpPr>
          <p:spPr>
            <a:xfrm flipH="1">
              <a:off x="6046665" y="533401"/>
              <a:ext cx="8733" cy="653415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prstDash val="solid"/>
              <a:headEnd type="oval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0C1624-477D-928F-E13A-384934E9A6E5}"/>
                </a:ext>
              </a:extLst>
            </p:cNvPr>
            <p:cNvSpPr txBox="1"/>
            <p:nvPr/>
          </p:nvSpPr>
          <p:spPr>
            <a:xfrm>
              <a:off x="6047054" y="2845982"/>
              <a:ext cx="2469948" cy="68578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/home/</a:t>
              </a:r>
              <a:r>
                <a:rPr lang="en-US" sz="1900" b="1" i="0" u="none" strike="noStrike" kern="1200" cap="none" dirty="0" err="1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jdoe</a:t>
              </a: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/project1/</a:t>
              </a:r>
              <a:b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 data/seqs/S1.fq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37741B-F5F2-A8BA-9175-E76E2EF25B69}"/>
                </a:ext>
              </a:extLst>
            </p:cNvPr>
            <p:cNvSpPr txBox="1"/>
            <p:nvPr/>
          </p:nvSpPr>
          <p:spPr>
            <a:xfrm>
              <a:off x="593854" y="4393240"/>
              <a:ext cx="1856758" cy="38833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data/seqs/S1.fq</a:t>
              </a: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7D4C927F-3B84-7804-6B0B-0D976433BF13}"/>
                </a:ext>
              </a:extLst>
            </p:cNvPr>
            <p:cNvSpPr/>
            <p:nvPr/>
          </p:nvSpPr>
          <p:spPr>
            <a:xfrm flipH="1">
              <a:off x="2371730" y="3851585"/>
              <a:ext cx="2782" cy="321596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prstDash val="solid"/>
              <a:headEnd type="oval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BBCCD3-FF4D-7654-73E2-BDAE3DEEDB02}"/>
                </a:ext>
              </a:extLst>
            </p:cNvPr>
            <p:cNvSpPr txBox="1"/>
            <p:nvPr/>
          </p:nvSpPr>
          <p:spPr>
            <a:xfrm>
              <a:off x="3580677" y="361398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8D373A10-7625-C1F0-B1CC-8A741347827A}"/>
                </a:ext>
              </a:extLst>
            </p:cNvPr>
            <p:cNvSpPr/>
            <p:nvPr/>
          </p:nvSpPr>
          <p:spPr>
            <a:xfrm flipH="1">
              <a:off x="3392940" y="4157328"/>
              <a:ext cx="388078" cy="49803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3536DF2A-D7E3-BBDA-9157-4B5076BA0A36}"/>
                </a:ext>
              </a:extLst>
            </p:cNvPr>
            <p:cNvSpPr/>
            <p:nvPr/>
          </p:nvSpPr>
          <p:spPr>
            <a:xfrm>
              <a:off x="4071030" y="4157757"/>
              <a:ext cx="0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5AC64C61-DC06-6037-8A91-717D085702F2}"/>
                </a:ext>
              </a:extLst>
            </p:cNvPr>
            <p:cNvSpPr/>
            <p:nvPr/>
          </p:nvSpPr>
          <p:spPr>
            <a:xfrm>
              <a:off x="4393737" y="4157286"/>
              <a:ext cx="453316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A8B4FC-3F2B-4333-D9B5-CB6663D5337D}"/>
                </a:ext>
              </a:extLst>
            </p:cNvPr>
            <p:cNvSpPr txBox="1"/>
            <p:nvPr/>
          </p:nvSpPr>
          <p:spPr>
            <a:xfrm>
              <a:off x="2787014" y="4890532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70AF3-F306-FFD3-3276-A770D9EED2ED}"/>
                </a:ext>
              </a:extLst>
            </p:cNvPr>
            <p:cNvSpPr txBox="1"/>
            <p:nvPr/>
          </p:nvSpPr>
          <p:spPr>
            <a:xfrm>
              <a:off x="4835030" y="489174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5" name="Straight Connector 24">
              <a:extLst>
                <a:ext uri="{FF2B5EF4-FFF2-40B4-BE49-F238E27FC236}">
                  <a16:creationId xmlns:a16="http://schemas.microsoft.com/office/drawing/2014/main" id="{42D3F518-C740-CF48-3B31-A5628EFCD7E4}"/>
                </a:ext>
              </a:extLst>
            </p:cNvPr>
            <p:cNvSpPr/>
            <p:nvPr/>
          </p:nvSpPr>
          <p:spPr>
            <a:xfrm>
              <a:off x="3169890" y="5435023"/>
              <a:ext cx="0" cy="33408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F25269-418D-E87D-60DF-5043B0049AD9}"/>
                </a:ext>
              </a:extLst>
            </p:cNvPr>
            <p:cNvSpPr txBox="1"/>
            <p:nvPr/>
          </p:nvSpPr>
          <p:spPr>
            <a:xfrm>
              <a:off x="6055399" y="2539046"/>
              <a:ext cx="1739492" cy="3710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9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5071A5-E1D2-B841-B807-18C37EB2C408}"/>
                </a:ext>
              </a:extLst>
            </p:cNvPr>
            <p:cNvSpPr txBox="1"/>
            <p:nvPr/>
          </p:nvSpPr>
          <p:spPr>
            <a:xfrm>
              <a:off x="753553" y="4035323"/>
              <a:ext cx="1671525" cy="3710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9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A4F240-8ADD-0D33-DCB5-6F9462003E7A}"/>
                </a:ext>
              </a:extLst>
            </p:cNvPr>
            <p:cNvSpPr txBox="1"/>
            <p:nvPr/>
          </p:nvSpPr>
          <p:spPr>
            <a:xfrm>
              <a:off x="3778791" y="4881523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48" name="Straight Connector 47">
              <a:extLst>
                <a:ext uri="{FF2B5EF4-FFF2-40B4-BE49-F238E27FC236}">
                  <a16:creationId xmlns:a16="http://schemas.microsoft.com/office/drawing/2014/main" id="{DA4A75D7-AC66-C926-894C-25240BFA5A84}"/>
                </a:ext>
              </a:extLst>
            </p:cNvPr>
            <p:cNvSpPr/>
            <p:nvPr/>
          </p:nvSpPr>
          <p:spPr>
            <a:xfrm>
              <a:off x="4124998" y="3101788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1" name="Graphic 50" descr="Folder with solid fill">
              <a:extLst>
                <a:ext uri="{FF2B5EF4-FFF2-40B4-BE49-F238E27FC236}">
                  <a16:creationId xmlns:a16="http://schemas.microsoft.com/office/drawing/2014/main" id="{ADCAE999-AFDC-BB99-E95C-1B0CD733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12378" y="922672"/>
              <a:ext cx="1482688" cy="12797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69161C-8BD4-8671-1055-6F80E6C6BDED}"/>
                </a:ext>
              </a:extLst>
            </p:cNvPr>
            <p:cNvSpPr txBox="1"/>
            <p:nvPr/>
          </p:nvSpPr>
          <p:spPr>
            <a:xfrm>
              <a:off x="3730832" y="1425800"/>
              <a:ext cx="76319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3" name="Straight Connector 52">
              <a:extLst>
                <a:ext uri="{FF2B5EF4-FFF2-40B4-BE49-F238E27FC236}">
                  <a16:creationId xmlns:a16="http://schemas.microsoft.com/office/drawing/2014/main" id="{68E8D7AD-441E-D067-1C1A-F90F6BDF5BFD}"/>
                </a:ext>
              </a:extLst>
            </p:cNvPr>
            <p:cNvSpPr/>
            <p:nvPr/>
          </p:nvSpPr>
          <p:spPr>
            <a:xfrm>
              <a:off x="4121143" y="1982595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4" name="Graphic 53" descr="Folder with solid fill">
              <a:extLst>
                <a:ext uri="{FF2B5EF4-FFF2-40B4-BE49-F238E27FC236}">
                  <a16:creationId xmlns:a16="http://schemas.microsoft.com/office/drawing/2014/main" id="{F38AB967-F6BC-EDDC-477A-1AEBAC13E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64753" y="2037097"/>
              <a:ext cx="1482688" cy="127975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354ECCA-2668-ADB9-9E7F-CDB7B8AD9060}"/>
                </a:ext>
              </a:extLst>
            </p:cNvPr>
            <p:cNvSpPr txBox="1"/>
            <p:nvPr/>
          </p:nvSpPr>
          <p:spPr>
            <a:xfrm>
              <a:off x="3749826" y="2540225"/>
              <a:ext cx="629958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 err="1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jdoe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7" name="Graphic 56" descr="Folder with solid fill">
              <a:extLst>
                <a:ext uri="{FF2B5EF4-FFF2-40B4-BE49-F238E27FC236}">
                  <a16:creationId xmlns:a16="http://schemas.microsoft.com/office/drawing/2014/main" id="{11464703-3536-A9AF-FB1F-9F90FC742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79799" y="-198812"/>
              <a:ext cx="1482688" cy="127975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3A6AF29-F9A5-CBD6-2ECD-9BBAC3C8E969}"/>
                </a:ext>
              </a:extLst>
            </p:cNvPr>
            <p:cNvSpPr txBox="1"/>
            <p:nvPr/>
          </p:nvSpPr>
          <p:spPr>
            <a:xfrm>
              <a:off x="4027224" y="283953"/>
              <a:ext cx="252995" cy="38583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20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/</a:t>
              </a:r>
              <a:endParaRPr lang="en-US" sz="20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9" name="Straight Connector 58">
              <a:extLst>
                <a:ext uri="{FF2B5EF4-FFF2-40B4-BE49-F238E27FC236}">
                  <a16:creationId xmlns:a16="http://schemas.microsoft.com/office/drawing/2014/main" id="{29D720AE-C9AB-6DEF-8AE1-5CECFF1CFC09}"/>
                </a:ext>
              </a:extLst>
            </p:cNvPr>
            <p:cNvSpPr/>
            <p:nvPr/>
          </p:nvSpPr>
          <p:spPr>
            <a:xfrm>
              <a:off x="4122463" y="860407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65" name="Graphic 64" descr="Document with solid fill">
              <a:extLst>
                <a:ext uri="{FF2B5EF4-FFF2-40B4-BE49-F238E27FC236}">
                  <a16:creationId xmlns:a16="http://schemas.microsoft.com/office/drawing/2014/main" id="{366CCC79-50A7-4E64-2C60-A78FB6C58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09086" y="6776505"/>
              <a:ext cx="582089" cy="582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670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EF3A-DE60-2651-ECF3-57676FCB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8FE47E60-F276-F2A4-B752-9ED6D411C873}"/>
              </a:ext>
            </a:extLst>
          </p:cNvPr>
          <p:cNvGrpSpPr/>
          <p:nvPr/>
        </p:nvGrpSpPr>
        <p:grpSpPr>
          <a:xfrm>
            <a:off x="585148" y="-198812"/>
            <a:ext cx="9023311" cy="8713675"/>
            <a:chOff x="585148" y="-198812"/>
            <a:chExt cx="9023311" cy="8713675"/>
          </a:xfrm>
        </p:grpSpPr>
        <p:pic>
          <p:nvPicPr>
            <p:cNvPr id="63" name="Graphic 62" descr="Folder with solid fill">
              <a:extLst>
                <a:ext uri="{FF2B5EF4-FFF2-40B4-BE49-F238E27FC236}">
                  <a16:creationId xmlns:a16="http://schemas.microsoft.com/office/drawing/2014/main" id="{5E10D2B9-524E-8D6F-6617-F914CD9F3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2198" y="6654075"/>
              <a:ext cx="1242594" cy="1279753"/>
            </a:xfrm>
            <a:prstGeom prst="rect">
              <a:avLst/>
            </a:prstGeom>
          </p:spPr>
        </p:pic>
        <p:pic>
          <p:nvPicPr>
            <p:cNvPr id="62" name="Graphic 61" descr="Folder with solid fill">
              <a:extLst>
                <a:ext uri="{FF2B5EF4-FFF2-40B4-BE49-F238E27FC236}">
                  <a16:creationId xmlns:a16="http://schemas.microsoft.com/office/drawing/2014/main" id="{6ACB8AF8-A8A9-706F-03D9-70C440D3F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3736" y="5595960"/>
              <a:ext cx="1242594" cy="1279753"/>
            </a:xfrm>
            <a:prstGeom prst="rect">
              <a:avLst/>
            </a:prstGeom>
          </p:spPr>
        </p:pic>
        <p:pic>
          <p:nvPicPr>
            <p:cNvPr id="61" name="Graphic 60" descr="Folder with solid fill">
              <a:extLst>
                <a:ext uri="{FF2B5EF4-FFF2-40B4-BE49-F238E27FC236}">
                  <a16:creationId xmlns:a16="http://schemas.microsoft.com/office/drawing/2014/main" id="{E137149B-75F7-DA40-3EBB-3FA84CC29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24690" y="5574102"/>
              <a:ext cx="1188364" cy="1279753"/>
            </a:xfrm>
            <a:prstGeom prst="rect">
              <a:avLst/>
            </a:prstGeom>
          </p:spPr>
        </p:pic>
        <p:pic>
          <p:nvPicPr>
            <p:cNvPr id="60" name="Graphic 59" descr="Folder with solid fill">
              <a:extLst>
                <a:ext uri="{FF2B5EF4-FFF2-40B4-BE49-F238E27FC236}">
                  <a16:creationId xmlns:a16="http://schemas.microsoft.com/office/drawing/2014/main" id="{7E923430-3944-43DF-F2E9-49FB0253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38250" y="5558262"/>
              <a:ext cx="1188364" cy="1279753"/>
            </a:xfrm>
            <a:prstGeom prst="rect">
              <a:avLst/>
            </a:prstGeom>
          </p:spPr>
        </p:pic>
        <p:pic>
          <p:nvPicPr>
            <p:cNvPr id="45" name="Graphic 44" descr="Folder with solid fill">
              <a:extLst>
                <a:ext uri="{FF2B5EF4-FFF2-40B4-BE49-F238E27FC236}">
                  <a16:creationId xmlns:a16="http://schemas.microsoft.com/office/drawing/2014/main" id="{E1240EC9-9F10-29A4-0962-B400A299E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47629" y="4319409"/>
              <a:ext cx="1508970" cy="127975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CC176E-4FF4-81EA-AFFE-E6D15B4F1DE0}"/>
                </a:ext>
              </a:extLst>
            </p:cNvPr>
            <p:cNvSpPr txBox="1"/>
            <p:nvPr/>
          </p:nvSpPr>
          <p:spPr>
            <a:xfrm>
              <a:off x="2778869" y="7176211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8A84E14B-D078-24C0-6AC7-26A15E910D82}"/>
                </a:ext>
              </a:extLst>
            </p:cNvPr>
            <p:cNvSpPr/>
            <p:nvPr/>
          </p:nvSpPr>
          <p:spPr>
            <a:xfrm flipH="1">
              <a:off x="6046665" y="533401"/>
              <a:ext cx="8733" cy="653415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prstDash val="solid"/>
              <a:headEnd type="oval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D0E064-8604-CBE0-56C5-A1FF316907EA}"/>
                </a:ext>
              </a:extLst>
            </p:cNvPr>
            <p:cNvSpPr txBox="1"/>
            <p:nvPr/>
          </p:nvSpPr>
          <p:spPr>
            <a:xfrm>
              <a:off x="6079888" y="2835855"/>
              <a:ext cx="3528571" cy="68578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/home/</a:t>
              </a:r>
              <a:r>
                <a:rPr lang="en-US" sz="1900" b="1" i="0" u="none" strike="noStrike" kern="1200" cap="none" dirty="0" err="1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jdoe</a:t>
              </a: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/</a:t>
              </a: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C00000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OneDrive/</a:t>
              </a: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project1/</a:t>
              </a:r>
              <a:b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 data/seqs/S1.fq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D54406-DB41-A86A-6F38-141DDEC0C97B}"/>
                </a:ext>
              </a:extLst>
            </p:cNvPr>
            <p:cNvSpPr txBox="1"/>
            <p:nvPr/>
          </p:nvSpPr>
          <p:spPr>
            <a:xfrm>
              <a:off x="585148" y="5595960"/>
              <a:ext cx="1856758" cy="38833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9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data/seqs/S1.fq</a:t>
              </a: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4169B895-CA4D-CD52-754E-C3201BB0CCE9}"/>
                </a:ext>
              </a:extLst>
            </p:cNvPr>
            <p:cNvSpPr/>
            <p:nvPr/>
          </p:nvSpPr>
          <p:spPr>
            <a:xfrm flipH="1">
              <a:off x="2371730" y="5051735"/>
              <a:ext cx="2782" cy="3215965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prstDash val="solid"/>
              <a:headEnd type="oval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6B5D28-4818-0590-E978-E8B6564C6364}"/>
                </a:ext>
              </a:extLst>
            </p:cNvPr>
            <p:cNvSpPr txBox="1"/>
            <p:nvPr/>
          </p:nvSpPr>
          <p:spPr>
            <a:xfrm>
              <a:off x="3580677" y="481413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A162BEC1-CF6E-399D-27C5-B35529F1220B}"/>
                </a:ext>
              </a:extLst>
            </p:cNvPr>
            <p:cNvSpPr/>
            <p:nvPr/>
          </p:nvSpPr>
          <p:spPr>
            <a:xfrm flipH="1">
              <a:off x="3392940" y="5357478"/>
              <a:ext cx="388078" cy="49803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504911AF-5763-D611-8D8F-BF0D1C5F9D02}"/>
                </a:ext>
              </a:extLst>
            </p:cNvPr>
            <p:cNvSpPr/>
            <p:nvPr/>
          </p:nvSpPr>
          <p:spPr>
            <a:xfrm>
              <a:off x="4071030" y="5357907"/>
              <a:ext cx="0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8FC0F73D-2FA1-2043-D487-8AE800C3F322}"/>
                </a:ext>
              </a:extLst>
            </p:cNvPr>
            <p:cNvSpPr/>
            <p:nvPr/>
          </p:nvSpPr>
          <p:spPr>
            <a:xfrm>
              <a:off x="4393737" y="5357436"/>
              <a:ext cx="453316" cy="443758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4C0140-2101-43AB-8D2E-0EDF169D63A9}"/>
                </a:ext>
              </a:extLst>
            </p:cNvPr>
            <p:cNvSpPr txBox="1"/>
            <p:nvPr/>
          </p:nvSpPr>
          <p:spPr>
            <a:xfrm>
              <a:off x="2787014" y="6090682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C0B72E-A6F0-71D5-170E-09D5906524F5}"/>
                </a:ext>
              </a:extLst>
            </p:cNvPr>
            <p:cNvSpPr txBox="1"/>
            <p:nvPr/>
          </p:nvSpPr>
          <p:spPr>
            <a:xfrm>
              <a:off x="4835030" y="609189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5" name="Straight Connector 24">
              <a:extLst>
                <a:ext uri="{FF2B5EF4-FFF2-40B4-BE49-F238E27FC236}">
                  <a16:creationId xmlns:a16="http://schemas.microsoft.com/office/drawing/2014/main" id="{4227D167-78C1-B881-C8D1-32074AC238FB}"/>
                </a:ext>
              </a:extLst>
            </p:cNvPr>
            <p:cNvSpPr/>
            <p:nvPr/>
          </p:nvSpPr>
          <p:spPr>
            <a:xfrm>
              <a:off x="3169890" y="6635173"/>
              <a:ext cx="0" cy="33408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12624F-4623-7641-F5B9-7951FC8EF3B8}"/>
                </a:ext>
              </a:extLst>
            </p:cNvPr>
            <p:cNvSpPr txBox="1"/>
            <p:nvPr/>
          </p:nvSpPr>
          <p:spPr>
            <a:xfrm>
              <a:off x="6055399" y="2539046"/>
              <a:ext cx="1739492" cy="3710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9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D616BC-913F-9DE0-25CE-A6BA74AA5EFD}"/>
                </a:ext>
              </a:extLst>
            </p:cNvPr>
            <p:cNvSpPr txBox="1"/>
            <p:nvPr/>
          </p:nvSpPr>
          <p:spPr>
            <a:xfrm>
              <a:off x="735513" y="5243473"/>
              <a:ext cx="1671525" cy="3710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9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24AC9C-9E8B-9713-8BAB-63D21DFC8388}"/>
                </a:ext>
              </a:extLst>
            </p:cNvPr>
            <p:cNvSpPr txBox="1"/>
            <p:nvPr/>
          </p:nvSpPr>
          <p:spPr>
            <a:xfrm>
              <a:off x="3778791" y="6081673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48" name="Straight Connector 47">
              <a:extLst>
                <a:ext uri="{FF2B5EF4-FFF2-40B4-BE49-F238E27FC236}">
                  <a16:creationId xmlns:a16="http://schemas.microsoft.com/office/drawing/2014/main" id="{5D910351-0947-B43E-BF8B-97DC5C9E39F8}"/>
                </a:ext>
              </a:extLst>
            </p:cNvPr>
            <p:cNvSpPr/>
            <p:nvPr/>
          </p:nvSpPr>
          <p:spPr>
            <a:xfrm>
              <a:off x="4124998" y="3768538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1" name="Graphic 50" descr="Folder with solid fill">
              <a:extLst>
                <a:ext uri="{FF2B5EF4-FFF2-40B4-BE49-F238E27FC236}">
                  <a16:creationId xmlns:a16="http://schemas.microsoft.com/office/drawing/2014/main" id="{91F98429-C768-60AD-7D49-F002EE98D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12378" y="922672"/>
              <a:ext cx="1482688" cy="12797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83A8B9D-DA70-EB08-FEC0-04DB6C0861B9}"/>
                </a:ext>
              </a:extLst>
            </p:cNvPr>
            <p:cNvSpPr txBox="1"/>
            <p:nvPr/>
          </p:nvSpPr>
          <p:spPr>
            <a:xfrm>
              <a:off x="3730832" y="1425800"/>
              <a:ext cx="76319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3" name="Straight Connector 52">
              <a:extLst>
                <a:ext uri="{FF2B5EF4-FFF2-40B4-BE49-F238E27FC236}">
                  <a16:creationId xmlns:a16="http://schemas.microsoft.com/office/drawing/2014/main" id="{37C3D3EB-A74A-0DA7-3AF7-522289E3342D}"/>
                </a:ext>
              </a:extLst>
            </p:cNvPr>
            <p:cNvSpPr/>
            <p:nvPr/>
          </p:nvSpPr>
          <p:spPr>
            <a:xfrm>
              <a:off x="4121143" y="1982595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4" name="Graphic 53" descr="Folder with solid fill">
              <a:extLst>
                <a:ext uri="{FF2B5EF4-FFF2-40B4-BE49-F238E27FC236}">
                  <a16:creationId xmlns:a16="http://schemas.microsoft.com/office/drawing/2014/main" id="{678E1D2E-F3D3-0475-FF04-08F10DAE5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64753" y="2037097"/>
              <a:ext cx="1482688" cy="127975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12D83D-5510-4C9A-5C28-26558304ADFC}"/>
                </a:ext>
              </a:extLst>
            </p:cNvPr>
            <p:cNvSpPr txBox="1"/>
            <p:nvPr/>
          </p:nvSpPr>
          <p:spPr>
            <a:xfrm>
              <a:off x="3749826" y="2540225"/>
              <a:ext cx="629958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 err="1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jdoe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57" name="Graphic 56" descr="Folder with solid fill">
              <a:extLst>
                <a:ext uri="{FF2B5EF4-FFF2-40B4-BE49-F238E27FC236}">
                  <a16:creationId xmlns:a16="http://schemas.microsoft.com/office/drawing/2014/main" id="{AB58BB6B-6E2F-2946-56CA-EFAEBFDD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79799" y="-198812"/>
              <a:ext cx="1482688" cy="127975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B6AC99-7C82-9CF1-459B-3CE5A5DD6FFB}"/>
                </a:ext>
              </a:extLst>
            </p:cNvPr>
            <p:cNvSpPr txBox="1"/>
            <p:nvPr/>
          </p:nvSpPr>
          <p:spPr>
            <a:xfrm>
              <a:off x="4027224" y="283953"/>
              <a:ext cx="252995" cy="38583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20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/</a:t>
              </a:r>
              <a:endParaRPr lang="en-US" sz="20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9" name="Straight Connector 58">
              <a:extLst>
                <a:ext uri="{FF2B5EF4-FFF2-40B4-BE49-F238E27FC236}">
                  <a16:creationId xmlns:a16="http://schemas.microsoft.com/office/drawing/2014/main" id="{29451FE1-4B4A-DE77-560A-41404648AEED}"/>
                </a:ext>
              </a:extLst>
            </p:cNvPr>
            <p:cNvSpPr/>
            <p:nvPr/>
          </p:nvSpPr>
          <p:spPr>
            <a:xfrm>
              <a:off x="4122463" y="860407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" name="Straight Connector 1">
              <a:extLst>
                <a:ext uri="{FF2B5EF4-FFF2-40B4-BE49-F238E27FC236}">
                  <a16:creationId xmlns:a16="http://schemas.microsoft.com/office/drawing/2014/main" id="{D4D865F1-28C0-7FA9-898A-F8435E287EAC}"/>
                </a:ext>
              </a:extLst>
            </p:cNvPr>
            <p:cNvSpPr/>
            <p:nvPr/>
          </p:nvSpPr>
          <p:spPr>
            <a:xfrm>
              <a:off x="4111618" y="3173220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pic>
          <p:nvPicPr>
            <p:cNvPr id="3" name="Graphic 2" descr="Folder with solid fill">
              <a:extLst>
                <a:ext uri="{FF2B5EF4-FFF2-40B4-BE49-F238E27FC236}">
                  <a16:creationId xmlns:a16="http://schemas.microsoft.com/office/drawing/2014/main" id="{ACA73225-7195-EA3E-F727-2C085953F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55228" y="3227722"/>
              <a:ext cx="1482688" cy="12797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02396D-2660-190A-A681-39502F924935}"/>
                </a:ext>
              </a:extLst>
            </p:cNvPr>
            <p:cNvSpPr txBox="1"/>
            <p:nvPr/>
          </p:nvSpPr>
          <p:spPr>
            <a:xfrm>
              <a:off x="3479720" y="3730850"/>
              <a:ext cx="1151127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C0000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OneDrive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C0000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0B4414A5-9A77-44C0-B32F-CB1C7D0AAF4B}"/>
                </a:ext>
              </a:extLst>
            </p:cNvPr>
            <p:cNvSpPr/>
            <p:nvPr/>
          </p:nvSpPr>
          <p:spPr>
            <a:xfrm>
              <a:off x="4096572" y="4291052"/>
              <a:ext cx="0" cy="334080"/>
            </a:xfrm>
            <a:prstGeom prst="line">
              <a:avLst/>
            </a:prstGeom>
            <a:noFill/>
            <a:ln w="1908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8" name="Straight Connector 27">
              <a:extLst>
                <a:ext uri="{FF2B5EF4-FFF2-40B4-BE49-F238E27FC236}">
                  <a16:creationId xmlns:a16="http://schemas.microsoft.com/office/drawing/2014/main" id="{8CC5C0C2-EE88-6E36-A50B-1BE3E64E5C22}"/>
                </a:ext>
              </a:extLst>
            </p:cNvPr>
            <p:cNvSpPr/>
            <p:nvPr/>
          </p:nvSpPr>
          <p:spPr>
            <a:xfrm>
              <a:off x="3140445" y="7691219"/>
              <a:ext cx="0" cy="217630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AE8710-24B4-9039-6BE9-C8CAA2CC73EE}"/>
                </a:ext>
              </a:extLst>
            </p:cNvPr>
            <p:cNvSpPr txBox="1"/>
            <p:nvPr/>
          </p:nvSpPr>
          <p:spPr>
            <a:xfrm>
              <a:off x="3347629" y="8096905"/>
              <a:ext cx="7147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S1.fq</a:t>
              </a:r>
            </a:p>
          </p:txBody>
        </p:sp>
        <p:pic>
          <p:nvPicPr>
            <p:cNvPr id="30" name="Graphic 29" descr="Document with solid fill">
              <a:extLst>
                <a:ext uri="{FF2B5EF4-FFF2-40B4-BE49-F238E27FC236}">
                  <a16:creationId xmlns:a16="http://schemas.microsoft.com/office/drawing/2014/main" id="{CF303079-E9F3-7006-0898-2E892FF4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79641" y="7932774"/>
              <a:ext cx="582089" cy="582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159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44AA443D-5542-C506-9F0C-34651CFA35E8}"/>
              </a:ext>
            </a:extLst>
          </p:cNvPr>
          <p:cNvGrpSpPr/>
          <p:nvPr/>
        </p:nvGrpSpPr>
        <p:grpSpPr>
          <a:xfrm>
            <a:off x="353880" y="438120"/>
            <a:ext cx="5902672" cy="3667680"/>
            <a:chOff x="353880" y="438120"/>
            <a:chExt cx="5902672" cy="366768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913FC72B-1BA5-216F-70E8-D09C211971FB}"/>
                </a:ext>
              </a:extLst>
            </p:cNvPr>
            <p:cNvSpPr/>
            <p:nvPr/>
          </p:nvSpPr>
          <p:spPr>
            <a:xfrm>
              <a:off x="924840" y="190116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8445F28-2E86-14CF-A7F0-4CC36EFC9E12}"/>
                </a:ext>
              </a:extLst>
            </p:cNvPr>
            <p:cNvSpPr txBox="1"/>
            <p:nvPr/>
          </p:nvSpPr>
          <p:spPr>
            <a:xfrm>
              <a:off x="1052280" y="213948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D1A2546-4FFF-BE61-0DA0-2C7708EB8FBD}"/>
                </a:ext>
              </a:extLst>
            </p:cNvPr>
            <p:cNvSpPr/>
            <p:nvPr/>
          </p:nvSpPr>
          <p:spPr>
            <a:xfrm>
              <a:off x="4021200" y="19015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F1B9D4-3914-EC18-5E5B-1B4F1E4626EA}"/>
                </a:ext>
              </a:extLst>
            </p:cNvPr>
            <p:cNvSpPr txBox="1"/>
            <p:nvPr/>
          </p:nvSpPr>
          <p:spPr>
            <a:xfrm>
              <a:off x="4148639" y="213984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CB2368F-8D87-13EE-B5E4-F9070A38E470}"/>
                </a:ext>
              </a:extLst>
            </p:cNvPr>
            <p:cNvSpPr/>
            <p:nvPr/>
          </p:nvSpPr>
          <p:spPr>
            <a:xfrm>
              <a:off x="2506680" y="43812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182BA8-8AFB-0B50-E607-01AC7E31E8B4}"/>
                </a:ext>
              </a:extLst>
            </p:cNvPr>
            <p:cNvSpPr txBox="1"/>
            <p:nvPr/>
          </p:nvSpPr>
          <p:spPr>
            <a:xfrm>
              <a:off x="2762763" y="675360"/>
              <a:ext cx="787436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endParaRPr lang="en-US" sz="1700" b="1" i="1" u="none" strike="noStrike" kern="1200" cap="none" dirty="0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Straight Connector 7">
              <a:extLst>
                <a:ext uri="{FF2B5EF4-FFF2-40B4-BE49-F238E27FC236}">
                  <a16:creationId xmlns:a16="http://schemas.microsoft.com/office/drawing/2014/main" id="{8D46530D-C833-8E37-F382-E28E0D2D2D0D}"/>
                </a:ext>
              </a:extLst>
            </p:cNvPr>
            <p:cNvSpPr/>
            <p:nvPr/>
          </p:nvSpPr>
          <p:spPr>
            <a:xfrm>
              <a:off x="3706200" y="126108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9" name="Straight Connector 8">
              <a:extLst>
                <a:ext uri="{FF2B5EF4-FFF2-40B4-BE49-F238E27FC236}">
                  <a16:creationId xmlns:a16="http://schemas.microsoft.com/office/drawing/2014/main" id="{293E3C2E-2738-6013-D333-01BDE3738DDF}"/>
                </a:ext>
              </a:extLst>
            </p:cNvPr>
            <p:cNvSpPr/>
            <p:nvPr/>
          </p:nvSpPr>
          <p:spPr>
            <a:xfrm flipH="1">
              <a:off x="833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B49E3F65-3A29-F4C1-1963-D0DAC8516CD9}"/>
                </a:ext>
              </a:extLst>
            </p:cNvPr>
            <p:cNvSpPr/>
            <p:nvPr/>
          </p:nvSpPr>
          <p:spPr>
            <a:xfrm>
              <a:off x="1656360" y="272412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3B4E8F3-1B77-B3FB-6E81-FE2F59950AF7}"/>
                </a:ext>
              </a:extLst>
            </p:cNvPr>
            <p:cNvSpPr/>
            <p:nvPr/>
          </p:nvSpPr>
          <p:spPr>
            <a:xfrm>
              <a:off x="35388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4D7A18F-E3A3-50DF-F7E4-011E2F88B41C}"/>
                </a:ext>
              </a:extLst>
            </p:cNvPr>
            <p:cNvSpPr/>
            <p:nvPr/>
          </p:nvSpPr>
          <p:spPr>
            <a:xfrm>
              <a:off x="1308960" y="340091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9C5081-73D3-5F3A-3453-7B6C5693766A}"/>
                </a:ext>
              </a:extLst>
            </p:cNvPr>
            <p:cNvSpPr/>
            <p:nvPr/>
          </p:nvSpPr>
          <p:spPr>
            <a:xfrm>
              <a:off x="2262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395F2928-D971-5F09-4028-1FB4FFCF13D2}"/>
                </a:ext>
              </a:extLst>
            </p:cNvPr>
            <p:cNvSpPr/>
            <p:nvPr/>
          </p:nvSpPr>
          <p:spPr>
            <a:xfrm>
              <a:off x="1985400" y="272412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F832C5EE-4553-2173-E9D3-91BB120D5CF4}"/>
                </a:ext>
              </a:extLst>
            </p:cNvPr>
            <p:cNvSpPr/>
            <p:nvPr/>
          </p:nvSpPr>
          <p:spPr>
            <a:xfrm flipH="1">
              <a:off x="3924719" y="272448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EE3F99E-0B6C-6E48-96BF-A7887E068025}"/>
                </a:ext>
              </a:extLst>
            </p:cNvPr>
            <p:cNvSpPr/>
            <p:nvPr/>
          </p:nvSpPr>
          <p:spPr>
            <a:xfrm>
              <a:off x="4747680" y="272448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4E5BB08-4AAB-9CDB-3927-213C6665A368}"/>
                </a:ext>
              </a:extLst>
            </p:cNvPr>
            <p:cNvSpPr/>
            <p:nvPr/>
          </p:nvSpPr>
          <p:spPr>
            <a:xfrm>
              <a:off x="344520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51BE80-D5DE-51F7-7765-1E8915579206}"/>
                </a:ext>
              </a:extLst>
            </p:cNvPr>
            <p:cNvSpPr txBox="1"/>
            <p:nvPr/>
          </p:nvSpPr>
          <p:spPr>
            <a:xfrm>
              <a:off x="3517200" y="35308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EC6943C-5106-D75A-5802-24E66B1B6B1F}"/>
                </a:ext>
              </a:extLst>
            </p:cNvPr>
            <p:cNvSpPr/>
            <p:nvPr/>
          </p:nvSpPr>
          <p:spPr>
            <a:xfrm>
              <a:off x="4400280" y="3401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2A306CC-3AC6-2690-4E5B-8BC1AC26585A}"/>
                </a:ext>
              </a:extLst>
            </p:cNvPr>
            <p:cNvSpPr/>
            <p:nvPr/>
          </p:nvSpPr>
          <p:spPr>
            <a:xfrm>
              <a:off x="5353920" y="340199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094BD31D-9362-4983-DD52-8193A27BE82A}"/>
                </a:ext>
              </a:extLst>
            </p:cNvPr>
            <p:cNvSpPr/>
            <p:nvPr/>
          </p:nvSpPr>
          <p:spPr>
            <a:xfrm>
              <a:off x="5076720" y="272448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CA96C9B1-3DB9-0A3D-D1A2-6AB7A09D3766}"/>
                </a:ext>
              </a:extLst>
            </p:cNvPr>
            <p:cNvSpPr/>
            <p:nvPr/>
          </p:nvSpPr>
          <p:spPr>
            <a:xfrm flipH="1">
              <a:off x="1582199" y="1261440"/>
              <a:ext cx="1005841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AD1CAD-8D90-D005-46CA-24CB2450155E}"/>
                </a:ext>
              </a:extLst>
            </p:cNvPr>
            <p:cNvSpPr txBox="1"/>
            <p:nvPr/>
          </p:nvSpPr>
          <p:spPr>
            <a:xfrm>
              <a:off x="445320" y="354708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D9D45D-495F-610E-014B-2C9655869BF1}"/>
                </a:ext>
              </a:extLst>
            </p:cNvPr>
            <p:cNvSpPr txBox="1"/>
            <p:nvPr/>
          </p:nvSpPr>
          <p:spPr>
            <a:xfrm>
              <a:off x="22730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AFF69A-B73F-1748-3264-55A9C865C36F}"/>
                </a:ext>
              </a:extLst>
            </p:cNvPr>
            <p:cNvSpPr txBox="1"/>
            <p:nvPr/>
          </p:nvSpPr>
          <p:spPr>
            <a:xfrm>
              <a:off x="4398840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1EC365-8608-C23B-3B76-123790613E75}"/>
                </a:ext>
              </a:extLst>
            </p:cNvPr>
            <p:cNvSpPr txBox="1"/>
            <p:nvPr/>
          </p:nvSpPr>
          <p:spPr>
            <a:xfrm>
              <a:off x="5361592" y="3530762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969566-5812-653C-4B7F-6B895CC60434}"/>
                </a:ext>
              </a:extLst>
            </p:cNvPr>
            <p:cNvSpPr txBox="1"/>
            <p:nvPr/>
          </p:nvSpPr>
          <p:spPr>
            <a:xfrm>
              <a:off x="1281960" y="3530880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723F2FB7-F1FC-D39A-56F9-600110180554}"/>
              </a:ext>
            </a:extLst>
          </p:cNvPr>
          <p:cNvGrpSpPr/>
          <p:nvPr/>
        </p:nvGrpSpPr>
        <p:grpSpPr>
          <a:xfrm>
            <a:off x="349200" y="438480"/>
            <a:ext cx="8987701" cy="5286240"/>
            <a:chOff x="349200" y="438480"/>
            <a:chExt cx="8987701" cy="528624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93451F67-758A-8906-688C-FF17659B3F66}"/>
                </a:ext>
              </a:extLst>
            </p:cNvPr>
            <p:cNvSpPr/>
            <p:nvPr/>
          </p:nvSpPr>
          <p:spPr>
            <a:xfrm>
              <a:off x="2507040" y="438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184BAE4-0033-C0F0-3F8B-7D182D561719}"/>
                </a:ext>
              </a:extLst>
            </p:cNvPr>
            <p:cNvSpPr/>
            <p:nvPr/>
          </p:nvSpPr>
          <p:spPr>
            <a:xfrm>
              <a:off x="3450240" y="433728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B82E79-9C9C-3603-D25B-A2BC587DE4C0}"/>
                </a:ext>
              </a:extLst>
            </p:cNvPr>
            <p:cNvSpPr txBox="1"/>
            <p:nvPr/>
          </p:nvSpPr>
          <p:spPr>
            <a:xfrm>
              <a:off x="3530550" y="4461120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70307341-F626-A439-F6A9-22C38C645979}"/>
                </a:ext>
              </a:extLst>
            </p:cNvPr>
            <p:cNvSpPr/>
            <p:nvPr/>
          </p:nvSpPr>
          <p:spPr>
            <a:xfrm>
              <a:off x="3838680" y="493956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9E5F83-FCB5-B04A-338C-F36C9C4BBE80}"/>
                </a:ext>
              </a:extLst>
            </p:cNvPr>
            <p:cNvSpPr txBox="1"/>
            <p:nvPr/>
          </p:nvSpPr>
          <p:spPr>
            <a:xfrm>
              <a:off x="3240360" y="5289480"/>
              <a:ext cx="1390680" cy="4352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DDE465F0-4833-8443-C61D-23248BA94B7A}"/>
                </a:ext>
              </a:extLst>
            </p:cNvPr>
            <p:cNvSpPr/>
            <p:nvPr/>
          </p:nvSpPr>
          <p:spPr>
            <a:xfrm>
              <a:off x="6475680" y="731520"/>
              <a:ext cx="0" cy="493776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E4FAFE-799F-1547-DB59-92FF6F84C8CA}"/>
                </a:ext>
              </a:extLst>
            </p:cNvPr>
            <p:cNvSpPr txBox="1"/>
            <p:nvPr/>
          </p:nvSpPr>
          <p:spPr>
            <a:xfrm>
              <a:off x="6495120" y="1190520"/>
              <a:ext cx="2248734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~/project2/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data/seqs/S1.fastq.gz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254BF0-2C5E-66B3-2193-5E1A4719191B}"/>
                </a:ext>
              </a:extLst>
            </p:cNvPr>
            <p:cNvSpPr txBox="1"/>
            <p:nvPr/>
          </p:nvSpPr>
          <p:spPr>
            <a:xfrm>
              <a:off x="7115759" y="2933639"/>
              <a:ext cx="1225570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96A2DA31-B776-306D-8974-176FE8947A6D}"/>
                </a:ext>
              </a:extLst>
            </p:cNvPr>
            <p:cNvSpPr/>
            <p:nvPr/>
          </p:nvSpPr>
          <p:spPr>
            <a:xfrm flipH="1">
              <a:off x="7024320" y="2377440"/>
              <a:ext cx="16560" cy="328860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FC16EA7-A24C-9ED7-6CAC-F9314F38AF03}"/>
                </a:ext>
              </a:extLst>
            </p:cNvPr>
            <p:cNvSpPr/>
            <p:nvPr/>
          </p:nvSpPr>
          <p:spPr>
            <a:xfrm>
              <a:off x="920160" y="1896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54E908-8271-47E7-1BE1-09D4128FA58A}"/>
                </a:ext>
              </a:extLst>
            </p:cNvPr>
            <p:cNvSpPr txBox="1"/>
            <p:nvPr/>
          </p:nvSpPr>
          <p:spPr>
            <a:xfrm>
              <a:off x="1047600" y="213480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955CDF-D74C-BA13-579A-C51F43AB7136}"/>
                </a:ext>
              </a:extLst>
            </p:cNvPr>
            <p:cNvSpPr txBox="1"/>
            <p:nvPr/>
          </p:nvSpPr>
          <p:spPr>
            <a:xfrm>
              <a:off x="2758082" y="670680"/>
              <a:ext cx="787437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</a:p>
          </p:txBody>
        </p:sp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D4759749-5EFE-8AEF-DF0C-956069D7FD00}"/>
                </a:ext>
              </a:extLst>
            </p:cNvPr>
            <p:cNvSpPr/>
            <p:nvPr/>
          </p:nvSpPr>
          <p:spPr>
            <a:xfrm>
              <a:off x="3701520" y="125640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8B3E0884-CD42-82FB-139E-CB9342238D35}"/>
                </a:ext>
              </a:extLst>
            </p:cNvPr>
            <p:cNvSpPr/>
            <p:nvPr/>
          </p:nvSpPr>
          <p:spPr>
            <a:xfrm flipH="1">
              <a:off x="828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B131DF67-B846-57D6-7747-67225B034EF8}"/>
                </a:ext>
              </a:extLst>
            </p:cNvPr>
            <p:cNvSpPr/>
            <p:nvPr/>
          </p:nvSpPr>
          <p:spPr>
            <a:xfrm>
              <a:off x="1651680" y="271944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E832E77-1544-03D9-9A78-E417522CAFE4}"/>
                </a:ext>
              </a:extLst>
            </p:cNvPr>
            <p:cNvSpPr/>
            <p:nvPr/>
          </p:nvSpPr>
          <p:spPr>
            <a:xfrm>
              <a:off x="34920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4EAC8A9-EB5F-9D88-886D-0C9F7E9EFA65}"/>
                </a:ext>
              </a:extLst>
            </p:cNvPr>
            <p:cNvSpPr/>
            <p:nvPr/>
          </p:nvSpPr>
          <p:spPr>
            <a:xfrm>
              <a:off x="130428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8DE1152-0551-868A-EFC6-EA9214A17742}"/>
                </a:ext>
              </a:extLst>
            </p:cNvPr>
            <p:cNvSpPr/>
            <p:nvPr/>
          </p:nvSpPr>
          <p:spPr>
            <a:xfrm>
              <a:off x="2257920" y="33969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649326E8-D5D0-4F51-181D-A71B2E19BA7F}"/>
                </a:ext>
              </a:extLst>
            </p:cNvPr>
            <p:cNvSpPr/>
            <p:nvPr/>
          </p:nvSpPr>
          <p:spPr>
            <a:xfrm>
              <a:off x="1980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D046F948-5ED8-C83C-9E2D-1E81AFADEEEC}"/>
                </a:ext>
              </a:extLst>
            </p:cNvPr>
            <p:cNvSpPr/>
            <p:nvPr/>
          </p:nvSpPr>
          <p:spPr>
            <a:xfrm flipH="1">
              <a:off x="1577519" y="1256760"/>
              <a:ext cx="1005841" cy="640439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D92CE2-F475-4CD3-5B5F-1BF15FC2A237}"/>
                </a:ext>
              </a:extLst>
            </p:cNvPr>
            <p:cNvSpPr txBox="1"/>
            <p:nvPr/>
          </p:nvSpPr>
          <p:spPr>
            <a:xfrm>
              <a:off x="423799" y="354240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B1EAA1-AF94-2621-F137-FEE3DCF96414}"/>
                </a:ext>
              </a:extLst>
            </p:cNvPr>
            <p:cNvSpPr txBox="1"/>
            <p:nvPr/>
          </p:nvSpPr>
          <p:spPr>
            <a:xfrm>
              <a:off x="2238590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25" name="Straight Connector 24">
              <a:extLst>
                <a:ext uri="{FF2B5EF4-FFF2-40B4-BE49-F238E27FC236}">
                  <a16:creationId xmlns:a16="http://schemas.microsoft.com/office/drawing/2014/main" id="{0CFD0506-77B9-C27D-96BB-49643F5BF5DC}"/>
                </a:ext>
              </a:extLst>
            </p:cNvPr>
            <p:cNvSpPr/>
            <p:nvPr/>
          </p:nvSpPr>
          <p:spPr>
            <a:xfrm>
              <a:off x="3838680" y="400356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8C16AA-9E02-BC0D-DD1E-E46B6F445B64}"/>
                </a:ext>
              </a:extLst>
            </p:cNvPr>
            <p:cNvSpPr txBox="1"/>
            <p:nvPr/>
          </p:nvSpPr>
          <p:spPr>
            <a:xfrm>
              <a:off x="6495120" y="878400"/>
              <a:ext cx="284178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 (Home as ~):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9BB289-411B-7349-EF97-C60F507EF167}"/>
                </a:ext>
              </a:extLst>
            </p:cNvPr>
            <p:cNvSpPr txBox="1"/>
            <p:nvPr/>
          </p:nvSpPr>
          <p:spPr>
            <a:xfrm>
              <a:off x="7132320" y="2596320"/>
              <a:ext cx="1917359" cy="332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2F72C72-1F2A-F566-1A72-1594AB080CD6}"/>
                </a:ext>
              </a:extLst>
            </p:cNvPr>
            <p:cNvSpPr/>
            <p:nvPr/>
          </p:nvSpPr>
          <p:spPr>
            <a:xfrm>
              <a:off x="4016520" y="19018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5CE270-1007-21C2-54F4-D9170483AD4B}"/>
                </a:ext>
              </a:extLst>
            </p:cNvPr>
            <p:cNvSpPr txBox="1"/>
            <p:nvPr/>
          </p:nvSpPr>
          <p:spPr>
            <a:xfrm>
              <a:off x="4143959" y="214020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30" name="Straight Connector 29">
              <a:extLst>
                <a:ext uri="{FF2B5EF4-FFF2-40B4-BE49-F238E27FC236}">
                  <a16:creationId xmlns:a16="http://schemas.microsoft.com/office/drawing/2014/main" id="{EDA9DF49-91C2-95C4-16F6-23D75664E2F6}"/>
                </a:ext>
              </a:extLst>
            </p:cNvPr>
            <p:cNvSpPr/>
            <p:nvPr/>
          </p:nvSpPr>
          <p:spPr>
            <a:xfrm flipH="1">
              <a:off x="3920039" y="272484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1" name="Straight Connector 30">
              <a:extLst>
                <a:ext uri="{FF2B5EF4-FFF2-40B4-BE49-F238E27FC236}">
                  <a16:creationId xmlns:a16="http://schemas.microsoft.com/office/drawing/2014/main" id="{3EAB957C-030F-60B5-E7ED-A5627A6DC382}"/>
                </a:ext>
              </a:extLst>
            </p:cNvPr>
            <p:cNvSpPr/>
            <p:nvPr/>
          </p:nvSpPr>
          <p:spPr>
            <a:xfrm>
              <a:off x="4743000" y="272484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3CF13EB-7C3E-B7A3-66E8-5AC264B4D1AB}"/>
                </a:ext>
              </a:extLst>
            </p:cNvPr>
            <p:cNvSpPr/>
            <p:nvPr/>
          </p:nvSpPr>
          <p:spPr>
            <a:xfrm>
              <a:off x="344052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A6B839-72F9-AD86-AF15-A8C62F6031DE}"/>
                </a:ext>
              </a:extLst>
            </p:cNvPr>
            <p:cNvSpPr txBox="1"/>
            <p:nvPr/>
          </p:nvSpPr>
          <p:spPr>
            <a:xfrm>
              <a:off x="3512520" y="3531239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3768611-ECB6-3E6F-F664-E9D6E08E7070}"/>
                </a:ext>
              </a:extLst>
            </p:cNvPr>
            <p:cNvSpPr/>
            <p:nvPr/>
          </p:nvSpPr>
          <p:spPr>
            <a:xfrm>
              <a:off x="4395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0E84F-7682-0E8F-F57D-0F8B2405464B}"/>
                </a:ext>
              </a:extLst>
            </p:cNvPr>
            <p:cNvSpPr/>
            <p:nvPr/>
          </p:nvSpPr>
          <p:spPr>
            <a:xfrm>
              <a:off x="5349240" y="34023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6" name="Straight Connector 35">
              <a:extLst>
                <a:ext uri="{FF2B5EF4-FFF2-40B4-BE49-F238E27FC236}">
                  <a16:creationId xmlns:a16="http://schemas.microsoft.com/office/drawing/2014/main" id="{F1710C2E-6ABE-91EB-E386-737634A05481}"/>
                </a:ext>
              </a:extLst>
            </p:cNvPr>
            <p:cNvSpPr/>
            <p:nvPr/>
          </p:nvSpPr>
          <p:spPr>
            <a:xfrm>
              <a:off x="5072040" y="272484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4466C2-48C5-3BB2-FCC6-DFDA90332008}"/>
                </a:ext>
              </a:extLst>
            </p:cNvPr>
            <p:cNvSpPr txBox="1"/>
            <p:nvPr/>
          </p:nvSpPr>
          <p:spPr>
            <a:xfrm>
              <a:off x="4388400" y="353152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19315F-22D2-469E-47CB-B4067836DB1D}"/>
                </a:ext>
              </a:extLst>
            </p:cNvPr>
            <p:cNvSpPr txBox="1"/>
            <p:nvPr/>
          </p:nvSpPr>
          <p:spPr>
            <a:xfrm>
              <a:off x="5312215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B7E184-9746-5B52-C54F-FA4E914CDF35}"/>
                </a:ext>
              </a:extLst>
            </p:cNvPr>
            <p:cNvSpPr txBox="1"/>
            <p:nvPr/>
          </p:nvSpPr>
          <p:spPr>
            <a:xfrm>
              <a:off x="1284425" y="3528395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E05935BD-EDC7-72AD-CF55-AB04208A45AD}"/>
              </a:ext>
            </a:extLst>
          </p:cNvPr>
          <p:cNvGrpSpPr/>
          <p:nvPr/>
        </p:nvGrpSpPr>
        <p:grpSpPr>
          <a:xfrm>
            <a:off x="349200" y="438480"/>
            <a:ext cx="8987701" cy="5281560"/>
            <a:chOff x="349200" y="438480"/>
            <a:chExt cx="8987701" cy="528156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88858AAA-3AF1-252B-C1E8-D6144CD3264D}"/>
                </a:ext>
              </a:extLst>
            </p:cNvPr>
            <p:cNvSpPr/>
            <p:nvPr/>
          </p:nvSpPr>
          <p:spPr>
            <a:xfrm>
              <a:off x="2507040" y="438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4F4F4"/>
            </a:solidFill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" name="Straight Connector 2">
              <a:extLst>
                <a:ext uri="{FF2B5EF4-FFF2-40B4-BE49-F238E27FC236}">
                  <a16:creationId xmlns:a16="http://schemas.microsoft.com/office/drawing/2014/main" id="{36850A13-94C2-6859-404A-E54F1DFDD156}"/>
                </a:ext>
              </a:extLst>
            </p:cNvPr>
            <p:cNvSpPr/>
            <p:nvPr/>
          </p:nvSpPr>
          <p:spPr>
            <a:xfrm>
              <a:off x="6475680" y="731520"/>
              <a:ext cx="0" cy="493776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57B22C1-A681-A450-EDF6-DD2D17293C45}"/>
                </a:ext>
              </a:extLst>
            </p:cNvPr>
            <p:cNvSpPr/>
            <p:nvPr/>
          </p:nvSpPr>
          <p:spPr>
            <a:xfrm>
              <a:off x="920160" y="1896480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963049-1392-873E-61E7-CE1517966EE5}"/>
                </a:ext>
              </a:extLst>
            </p:cNvPr>
            <p:cNvSpPr txBox="1"/>
            <p:nvPr/>
          </p:nvSpPr>
          <p:spPr>
            <a:xfrm>
              <a:off x="1047600" y="2134800"/>
              <a:ext cx="105084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project1</a:t>
              </a:r>
            </a:p>
          </p:txBody>
        </p:sp>
        <p:sp>
          <p:nvSpPr>
            <p:cNvPr id="6" name="Straight Connector 5">
              <a:extLst>
                <a:ext uri="{FF2B5EF4-FFF2-40B4-BE49-F238E27FC236}">
                  <a16:creationId xmlns:a16="http://schemas.microsoft.com/office/drawing/2014/main" id="{8A227189-F246-213F-16B6-6036474432BA}"/>
                </a:ext>
              </a:extLst>
            </p:cNvPr>
            <p:cNvSpPr/>
            <p:nvPr/>
          </p:nvSpPr>
          <p:spPr>
            <a:xfrm flipH="1">
              <a:off x="828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7" name="Straight Connector 6">
              <a:extLst>
                <a:ext uri="{FF2B5EF4-FFF2-40B4-BE49-F238E27FC236}">
                  <a16:creationId xmlns:a16="http://schemas.microsoft.com/office/drawing/2014/main" id="{329CE9A4-E1D5-AACE-A337-F59C59AF791F}"/>
                </a:ext>
              </a:extLst>
            </p:cNvPr>
            <p:cNvSpPr/>
            <p:nvPr/>
          </p:nvSpPr>
          <p:spPr>
            <a:xfrm>
              <a:off x="1651680" y="2719440"/>
              <a:ext cx="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1A5DBB09-970E-D7F7-BD1D-C3EF5C6AE175}"/>
                </a:ext>
              </a:extLst>
            </p:cNvPr>
            <p:cNvSpPr/>
            <p:nvPr/>
          </p:nvSpPr>
          <p:spPr>
            <a:xfrm>
              <a:off x="1980720" y="2719440"/>
              <a:ext cx="475560" cy="676799"/>
            </a:xfrm>
            <a:prstGeom prst="line">
              <a:avLst/>
            </a:prstGeom>
            <a:noFill/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3" name="Straight Connector 12">
              <a:extLst>
                <a:ext uri="{FF2B5EF4-FFF2-40B4-BE49-F238E27FC236}">
                  <a16:creationId xmlns:a16="http://schemas.microsoft.com/office/drawing/2014/main" id="{C8345C22-8436-E580-4363-563E8B1BAD70}"/>
                </a:ext>
              </a:extLst>
            </p:cNvPr>
            <p:cNvSpPr/>
            <p:nvPr/>
          </p:nvSpPr>
          <p:spPr>
            <a:xfrm flipH="1">
              <a:off x="1577519" y="1256760"/>
              <a:ext cx="1005841" cy="640439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3DE0C6-F7FD-158F-4BA8-6BA7716F81F0}"/>
                </a:ext>
              </a:extLst>
            </p:cNvPr>
            <p:cNvSpPr txBox="1"/>
            <p:nvPr/>
          </p:nvSpPr>
          <p:spPr>
            <a:xfrm>
              <a:off x="2565796" y="531720"/>
              <a:ext cx="1151127" cy="59229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dirty="0"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Home</a:t>
              </a: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/</a:t>
              </a:r>
              <a:br>
                <a:rPr lang="en-US" sz="1700" b="1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</a:br>
              <a:r>
                <a:rPr lang="en-US" sz="1700" b="1" i="1" u="none" strike="noStrike" kern="1200" cap="none" dirty="0">
                  <a:ln>
                    <a:noFill/>
                  </a:ln>
                  <a:solidFill>
                    <a:srgbClr val="C9211E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OneDrive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892F0B-EF94-6B6F-6229-1A3E876A51FD}"/>
                </a:ext>
              </a:extLst>
            </p:cNvPr>
            <p:cNvSpPr txBox="1"/>
            <p:nvPr/>
          </p:nvSpPr>
          <p:spPr>
            <a:xfrm>
              <a:off x="6495120" y="1154880"/>
              <a:ext cx="2758974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b="1" dirty="0"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~/</a:t>
              </a: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C9211E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OneDrive/</a:t>
              </a: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project2/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data/seqs/S1.fastq.gz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1007051-00C7-C4F1-D196-38DCFEDE2624}"/>
                </a:ext>
              </a:extLst>
            </p:cNvPr>
            <p:cNvSpPr/>
            <p:nvPr/>
          </p:nvSpPr>
          <p:spPr>
            <a:xfrm>
              <a:off x="3450240" y="433260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B665327B-17E1-B24D-DE52-F9FDBC4F4142}"/>
                </a:ext>
              </a:extLst>
            </p:cNvPr>
            <p:cNvSpPr/>
            <p:nvPr/>
          </p:nvSpPr>
          <p:spPr>
            <a:xfrm>
              <a:off x="3838680" y="493488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F124C62-1E2C-5DD9-2132-638D1FA270D1}"/>
                </a:ext>
              </a:extLst>
            </p:cNvPr>
            <p:cNvSpPr txBox="1"/>
            <p:nvPr/>
          </p:nvSpPr>
          <p:spPr>
            <a:xfrm>
              <a:off x="3240360" y="5284800"/>
              <a:ext cx="1390680" cy="4352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1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23" name="Straight Connector 22">
              <a:extLst>
                <a:ext uri="{FF2B5EF4-FFF2-40B4-BE49-F238E27FC236}">
                  <a16:creationId xmlns:a16="http://schemas.microsoft.com/office/drawing/2014/main" id="{35C8FC4C-C445-7746-7EA1-6418107FC6D4}"/>
                </a:ext>
              </a:extLst>
            </p:cNvPr>
            <p:cNvSpPr/>
            <p:nvPr/>
          </p:nvSpPr>
          <p:spPr>
            <a:xfrm>
              <a:off x="3701520" y="1251720"/>
              <a:ext cx="1005840" cy="640440"/>
            </a:xfrm>
            <a:prstGeom prst="line">
              <a:avLst/>
            </a:prstGeom>
            <a:noFill/>
            <a:ln w="19080">
              <a:solidFill>
                <a:srgbClr val="808080"/>
              </a:solidFill>
              <a:custDash>
                <a:ds d="197000" sp="127000"/>
              </a:custDash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A6D1A1DA-A140-CC60-F222-F72B39C1F16F}"/>
                </a:ext>
              </a:extLst>
            </p:cNvPr>
            <p:cNvSpPr/>
            <p:nvPr/>
          </p:nvSpPr>
          <p:spPr>
            <a:xfrm>
              <a:off x="3838680" y="3998880"/>
              <a:ext cx="0" cy="33408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B62028-CDAE-839B-6038-720C30D82EB7}"/>
                </a:ext>
              </a:extLst>
            </p:cNvPr>
            <p:cNvSpPr/>
            <p:nvPr/>
          </p:nvSpPr>
          <p:spPr>
            <a:xfrm>
              <a:off x="4016520" y="1897199"/>
              <a:ext cx="1280160" cy="8229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9E3211-352F-9E18-3F31-008B1629B842}"/>
                </a:ext>
              </a:extLst>
            </p:cNvPr>
            <p:cNvSpPr txBox="1"/>
            <p:nvPr/>
          </p:nvSpPr>
          <p:spPr>
            <a:xfrm>
              <a:off x="4143959" y="2135520"/>
              <a:ext cx="115272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project2</a:t>
              </a:r>
            </a:p>
          </p:txBody>
        </p:sp>
        <p:sp>
          <p:nvSpPr>
            <p:cNvPr id="27" name="Straight Connector 26">
              <a:extLst>
                <a:ext uri="{FF2B5EF4-FFF2-40B4-BE49-F238E27FC236}">
                  <a16:creationId xmlns:a16="http://schemas.microsoft.com/office/drawing/2014/main" id="{878908DB-3220-67C6-8896-A44895E22182}"/>
                </a:ext>
              </a:extLst>
            </p:cNvPr>
            <p:cNvSpPr/>
            <p:nvPr/>
          </p:nvSpPr>
          <p:spPr>
            <a:xfrm flipH="1">
              <a:off x="3920039" y="2720160"/>
              <a:ext cx="475561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28" name="Straight Connector 27">
              <a:extLst>
                <a:ext uri="{FF2B5EF4-FFF2-40B4-BE49-F238E27FC236}">
                  <a16:creationId xmlns:a16="http://schemas.microsoft.com/office/drawing/2014/main" id="{1AF83EA7-5CE7-BBEB-D7B8-992C3A84B4D4}"/>
                </a:ext>
              </a:extLst>
            </p:cNvPr>
            <p:cNvSpPr/>
            <p:nvPr/>
          </p:nvSpPr>
          <p:spPr>
            <a:xfrm>
              <a:off x="4743000" y="2720160"/>
              <a:ext cx="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3" name="Straight Connector 32">
              <a:extLst>
                <a:ext uri="{FF2B5EF4-FFF2-40B4-BE49-F238E27FC236}">
                  <a16:creationId xmlns:a16="http://schemas.microsoft.com/office/drawing/2014/main" id="{6445B2E1-8276-12A5-D861-851BDDFA9BD2}"/>
                </a:ext>
              </a:extLst>
            </p:cNvPr>
            <p:cNvSpPr/>
            <p:nvPr/>
          </p:nvSpPr>
          <p:spPr>
            <a:xfrm>
              <a:off x="5072040" y="2720160"/>
              <a:ext cx="475560" cy="676800"/>
            </a:xfrm>
            <a:prstGeom prst="line">
              <a:avLst/>
            </a:prstGeom>
            <a:noFill/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CCF5EC3-F678-D3B9-5542-51EBDD45E140}"/>
                </a:ext>
              </a:extLst>
            </p:cNvPr>
            <p:cNvSpPr txBox="1"/>
            <p:nvPr/>
          </p:nvSpPr>
          <p:spPr>
            <a:xfrm>
              <a:off x="7115759" y="2933639"/>
              <a:ext cx="1225570" cy="65449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>
                  <a:solidFill>
                    <a:srgbClr val="333333"/>
                  </a:solidFill>
                </a:defRPr>
              </a:pP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data/seqs/</a:t>
              </a:r>
              <a:b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</a:br>
              <a:r>
                <a:rPr lang="en-US" sz="1800" b="1" i="0" u="none" strike="noStrike" kern="1200" cap="none" dirty="0">
                  <a:ln>
                    <a:noFill/>
                  </a:ln>
                  <a:solidFill>
                    <a:srgbClr val="333333"/>
                  </a:solidFill>
                  <a:latin typeface="FreeMono" pitchFamily="49"/>
                  <a:ea typeface="Noto Sans CJK SC" pitchFamily="2"/>
                  <a:cs typeface="Lohit Devanagari" pitchFamily="2"/>
                </a:rPr>
                <a:t>S1.fastq.gz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770971-BFFA-2B37-393A-3500086EA6D4}"/>
                </a:ext>
              </a:extLst>
            </p:cNvPr>
            <p:cNvSpPr txBox="1"/>
            <p:nvPr/>
          </p:nvSpPr>
          <p:spPr>
            <a:xfrm>
              <a:off x="7132320" y="2596320"/>
              <a:ext cx="1917359" cy="3326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Relative path:</a:t>
              </a:r>
            </a:p>
          </p:txBody>
        </p:sp>
        <p:sp>
          <p:nvSpPr>
            <p:cNvPr id="38" name="Straight Connector 37">
              <a:extLst>
                <a:ext uri="{FF2B5EF4-FFF2-40B4-BE49-F238E27FC236}">
                  <a16:creationId xmlns:a16="http://schemas.microsoft.com/office/drawing/2014/main" id="{C2EF6FD3-1CB6-3E65-707D-21B9427F235D}"/>
                </a:ext>
              </a:extLst>
            </p:cNvPr>
            <p:cNvSpPr/>
            <p:nvPr/>
          </p:nvSpPr>
          <p:spPr>
            <a:xfrm flipH="1">
              <a:off x="7017479" y="2377800"/>
              <a:ext cx="16561" cy="3288600"/>
            </a:xfrm>
            <a:prstGeom prst="line">
              <a:avLst/>
            </a:prstGeom>
            <a:noFill/>
            <a:ln w="12600">
              <a:solidFill>
                <a:srgbClr val="333333"/>
              </a:solidFill>
              <a:prstDash val="solid"/>
              <a:headEnd type="arrow"/>
              <a:tailEnd type="arrow"/>
            </a:ln>
          </p:spPr>
          <p:txBody>
            <a:bodyPr wrap="none" lIns="96120" tIns="51119" rIns="96120" bIns="51119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7CB8D10-FC8C-EF32-7933-E2A96FA39790}"/>
                </a:ext>
              </a:extLst>
            </p:cNvPr>
            <p:cNvSpPr txBox="1"/>
            <p:nvPr/>
          </p:nvSpPr>
          <p:spPr>
            <a:xfrm>
              <a:off x="3530550" y="4461120"/>
              <a:ext cx="678689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seqs</a:t>
              </a: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D6F1B34-1448-EA2A-21FE-32A7768FD1E3}"/>
                </a:ext>
              </a:extLst>
            </p:cNvPr>
            <p:cNvSpPr/>
            <p:nvPr/>
          </p:nvSpPr>
          <p:spPr>
            <a:xfrm>
              <a:off x="34920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9932E61-460F-D1E5-A024-33DEB5326A93}"/>
                </a:ext>
              </a:extLst>
            </p:cNvPr>
            <p:cNvSpPr/>
            <p:nvPr/>
          </p:nvSpPr>
          <p:spPr>
            <a:xfrm>
              <a:off x="1304280" y="3396239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615AEE2-4E54-1A8F-7D18-C2DFED022DE4}"/>
                </a:ext>
              </a:extLst>
            </p:cNvPr>
            <p:cNvSpPr/>
            <p:nvPr/>
          </p:nvSpPr>
          <p:spPr>
            <a:xfrm>
              <a:off x="2257920" y="33969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1EEFD"/>
            </a:solidFill>
            <a:ln w="19080">
              <a:solidFill>
                <a:srgbClr val="3465A4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5163A6-1B3B-F3E2-F17B-A9FAE92CC4A1}"/>
                </a:ext>
              </a:extLst>
            </p:cNvPr>
            <p:cNvSpPr txBox="1"/>
            <p:nvPr/>
          </p:nvSpPr>
          <p:spPr>
            <a:xfrm>
              <a:off x="423799" y="3542400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1F604B-7861-29CF-073C-5C76A9F61C3C}"/>
                </a:ext>
              </a:extLst>
            </p:cNvPr>
            <p:cNvSpPr txBox="1"/>
            <p:nvPr/>
          </p:nvSpPr>
          <p:spPr>
            <a:xfrm>
              <a:off x="2238590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E37C2ED-A6B4-268B-644E-4167F4FD2694}"/>
                </a:ext>
              </a:extLst>
            </p:cNvPr>
            <p:cNvSpPr/>
            <p:nvPr/>
          </p:nvSpPr>
          <p:spPr>
            <a:xfrm>
              <a:off x="344052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2032DFE-624C-53EA-CC78-09634A01DE8A}"/>
                </a:ext>
              </a:extLst>
            </p:cNvPr>
            <p:cNvSpPr txBox="1"/>
            <p:nvPr/>
          </p:nvSpPr>
          <p:spPr>
            <a:xfrm>
              <a:off x="3512520" y="3531239"/>
              <a:ext cx="6624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data</a:t>
              </a: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C5F7F77-C071-24C6-5325-4F4E75133C96}"/>
                </a:ext>
              </a:extLst>
            </p:cNvPr>
            <p:cNvSpPr/>
            <p:nvPr/>
          </p:nvSpPr>
          <p:spPr>
            <a:xfrm>
              <a:off x="4395600" y="340164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E35E511-7207-2006-80D9-821032D63564}"/>
                </a:ext>
              </a:extLst>
            </p:cNvPr>
            <p:cNvSpPr/>
            <p:nvPr/>
          </p:nvSpPr>
          <p:spPr>
            <a:xfrm>
              <a:off x="5349240" y="3402360"/>
              <a:ext cx="845280" cy="60336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EEFADC"/>
            </a:solidFill>
            <a:ln w="19080">
              <a:solidFill>
                <a:srgbClr val="069A2E"/>
              </a:solidFill>
              <a:prstDash val="solid"/>
            </a:ln>
          </p:spPr>
          <p:txBody>
            <a:bodyPr wrap="none" lIns="99360" tIns="54360" rIns="99360" bIns="5436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BB8426F-BB28-12A2-9EF6-05B52DF6D60C}"/>
                </a:ext>
              </a:extLst>
            </p:cNvPr>
            <p:cNvSpPr txBox="1"/>
            <p:nvPr/>
          </p:nvSpPr>
          <p:spPr>
            <a:xfrm>
              <a:off x="4388400" y="353152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C666F93-8A19-BC95-DE29-CD7716D57CE5}"/>
                </a:ext>
              </a:extLst>
            </p:cNvPr>
            <p:cNvSpPr txBox="1"/>
            <p:nvPr/>
          </p:nvSpPr>
          <p:spPr>
            <a:xfrm>
              <a:off x="5312215" y="3519906"/>
              <a:ext cx="8949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scripts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A20D34-81FD-33DC-E858-4FD29C4CD4CE}"/>
                </a:ext>
              </a:extLst>
            </p:cNvPr>
            <p:cNvSpPr txBox="1"/>
            <p:nvPr/>
          </p:nvSpPr>
          <p:spPr>
            <a:xfrm>
              <a:off x="1284425" y="3528395"/>
              <a:ext cx="955080" cy="5749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700" b="1" i="0" u="none" strike="noStrike" kern="1200" cap="none" dirty="0">
                  <a:ln>
                    <a:noFill/>
                  </a:ln>
                  <a:latin typeface="Liberation Sans" pitchFamily="18"/>
                  <a:ea typeface="Noto Sans CJK SC" pitchFamily="2"/>
                  <a:cs typeface="Lohit Devanagari" pitchFamily="2"/>
                </a:rPr>
                <a:t>results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678894-D3FD-ACB7-FA79-D658768234F7}"/>
                </a:ext>
              </a:extLst>
            </p:cNvPr>
            <p:cNvSpPr txBox="1"/>
            <p:nvPr/>
          </p:nvSpPr>
          <p:spPr>
            <a:xfrm>
              <a:off x="6495120" y="878400"/>
              <a:ext cx="2841781" cy="34158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1">
                  <a:solidFill>
                    <a:srgbClr val="808080"/>
                  </a:solidFill>
                </a:defRPr>
              </a:pPr>
              <a:r>
                <a:rPr lang="en-US" sz="1700" b="0" i="1" u="none" strike="noStrike" kern="1200" cap="none" dirty="0">
                  <a:ln>
                    <a:noFill/>
                  </a:ln>
                  <a:solidFill>
                    <a:srgbClr val="808080"/>
                  </a:solidFill>
                  <a:latin typeface="Liberation Sans" pitchFamily="18"/>
                  <a:ea typeface="Noto Sans CJK SC" pitchFamily="2"/>
                  <a:cs typeface="Lohit Devanagari" pitchFamily="2"/>
                </a:rPr>
                <a:t>Absolute path (Home as ~):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CE47D84-D1C8-2B6C-7A56-96325CFC330B}"/>
              </a:ext>
            </a:extLst>
          </p:cNvPr>
          <p:cNvSpPr/>
          <p:nvPr/>
        </p:nvSpPr>
        <p:spPr>
          <a:xfrm>
            <a:off x="2507040" y="438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7087399-E13E-E7F7-9294-CBF3E914FD86}"/>
              </a:ext>
            </a:extLst>
          </p:cNvPr>
          <p:cNvSpPr/>
          <p:nvPr/>
        </p:nvSpPr>
        <p:spPr>
          <a:xfrm rot="2749800">
            <a:off x="2831929" y="3634640"/>
            <a:ext cx="830160" cy="852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07" h="2369">
                <a:moveTo>
                  <a:pt x="0" y="2369"/>
                </a:moveTo>
                <a:cubicBezTo>
                  <a:pt x="2552" y="2369"/>
                  <a:pt x="2300" y="0"/>
                  <a:pt x="2300" y="0"/>
                </a:cubicBezTo>
              </a:path>
            </a:pathLst>
          </a:custGeom>
          <a:noFill/>
          <a:ln w="19080">
            <a:solidFill>
              <a:srgbClr val="3465A4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3615C10-BC9C-706C-D787-1D1B2A658472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30683-ACFE-1F6F-7177-E4E9B250A22A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C3622-C015-8718-9E69-1B23D5D699B0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F714FCB-5AF9-303E-1E53-862B45A2D245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C068902-0DC4-E653-64D4-593C3C90C3C7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5F063AF-FC26-BD59-F4EC-346D7FC7A8EC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77BBB-1888-4BA6-0DBD-822BD46B8896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970AFD9-2FE9-A246-5631-FB9F17DC3C7D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D91A4CA-A850-97D8-2894-FABB6BDB2ABD}"/>
              </a:ext>
            </a:extLst>
          </p:cNvPr>
          <p:cNvSpPr/>
          <p:nvPr/>
        </p:nvSpPr>
        <p:spPr>
          <a:xfrm>
            <a:off x="22532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B1614B28-C776-0215-2136-598A847D74B2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9A8C4A8-6F86-FD20-DB39-A430FFB4C11C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46616-B2F6-E24E-859F-CA3745B910B5}"/>
              </a:ext>
            </a:extLst>
          </p:cNvPr>
          <p:cNvSpPr txBox="1"/>
          <p:nvPr/>
        </p:nvSpPr>
        <p:spPr>
          <a:xfrm>
            <a:off x="2355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6F6D3-395A-49D9-6EDD-91F312A324B3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BEEEF5A-FF20-A505-B184-C8E37C2761C8}"/>
              </a:ext>
            </a:extLst>
          </p:cNvPr>
          <p:cNvSpPr/>
          <p:nvPr/>
        </p:nvSpPr>
        <p:spPr>
          <a:xfrm>
            <a:off x="3701520" y="125172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ECC1A3E-2CFA-D42A-740B-95695B2F1093}"/>
              </a:ext>
            </a:extLst>
          </p:cNvPr>
          <p:cNvSpPr/>
          <p:nvPr/>
        </p:nvSpPr>
        <p:spPr>
          <a:xfrm>
            <a:off x="4016520" y="1897199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4223B-28D2-30BC-554A-F7AC4F1B5FEE}"/>
              </a:ext>
            </a:extLst>
          </p:cNvPr>
          <p:cNvSpPr txBox="1"/>
          <p:nvPr/>
        </p:nvSpPr>
        <p:spPr>
          <a:xfrm>
            <a:off x="4143959" y="213552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3A7E114-4C49-940C-369F-222209CE5B88}"/>
              </a:ext>
            </a:extLst>
          </p:cNvPr>
          <p:cNvSpPr/>
          <p:nvPr/>
        </p:nvSpPr>
        <p:spPr>
          <a:xfrm flipH="1">
            <a:off x="3920039" y="2720160"/>
            <a:ext cx="475561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FB79EBB-4840-D553-DD1B-6B8091E0AFFD}"/>
              </a:ext>
            </a:extLst>
          </p:cNvPr>
          <p:cNvSpPr/>
          <p:nvPr/>
        </p:nvSpPr>
        <p:spPr>
          <a:xfrm>
            <a:off x="4743000" y="272016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46448D-2591-F4A7-9558-9A9F22AFDA96}"/>
              </a:ext>
            </a:extLst>
          </p:cNvPr>
          <p:cNvSpPr/>
          <p:nvPr/>
        </p:nvSpPr>
        <p:spPr>
          <a:xfrm>
            <a:off x="3440520" y="33969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3465A4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075CD-1D7D-D516-4FB8-8DFE266BCAFF}"/>
              </a:ext>
            </a:extLst>
          </p:cNvPr>
          <p:cNvSpPr txBox="1"/>
          <p:nvPr/>
        </p:nvSpPr>
        <p:spPr>
          <a:xfrm>
            <a:off x="3512520" y="352656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1FF37747-5986-29A6-E7C2-95BD71DD7AE8}"/>
              </a:ext>
            </a:extLst>
          </p:cNvPr>
          <p:cNvSpPr/>
          <p:nvPr/>
        </p:nvSpPr>
        <p:spPr>
          <a:xfrm>
            <a:off x="4395600" y="33969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DDB8486-3AB7-F5A5-9E52-CA9C27C826BF}"/>
              </a:ext>
            </a:extLst>
          </p:cNvPr>
          <p:cNvSpPr/>
          <p:nvPr/>
        </p:nvSpPr>
        <p:spPr>
          <a:xfrm>
            <a:off x="5349240" y="33976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E17E0FF-DB5E-BF4C-8FEB-4C7F15D08FB5}"/>
              </a:ext>
            </a:extLst>
          </p:cNvPr>
          <p:cNvSpPr/>
          <p:nvPr/>
        </p:nvSpPr>
        <p:spPr>
          <a:xfrm>
            <a:off x="5072040" y="272016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7062A-CAB0-053B-C14E-606CF41023F3}"/>
              </a:ext>
            </a:extLst>
          </p:cNvPr>
          <p:cNvSpPr txBox="1"/>
          <p:nvPr/>
        </p:nvSpPr>
        <p:spPr>
          <a:xfrm>
            <a:off x="5349960" y="35265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68902-BBE5-2DEB-A199-E1AB524B2A9D}"/>
              </a:ext>
            </a:extLst>
          </p:cNvPr>
          <p:cNvSpPr txBox="1"/>
          <p:nvPr/>
        </p:nvSpPr>
        <p:spPr>
          <a:xfrm>
            <a:off x="4396680" y="35265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BE20BB52-A4C3-450A-B0AF-87728851E15C}"/>
              </a:ext>
            </a:extLst>
          </p:cNvPr>
          <p:cNvSpPr/>
          <p:nvPr/>
        </p:nvSpPr>
        <p:spPr>
          <a:xfrm>
            <a:off x="2507040" y="438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B3302FA-F141-5809-3F34-16988BB2B1E6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1B9CB-32C7-4D05-98CD-835735FE61DD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DCC2D-C428-7B80-6B27-B441B4EEBE14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685922F-C00D-1624-8C76-E3D4A7167E06}"/>
              </a:ext>
            </a:extLst>
          </p:cNvPr>
          <p:cNvSpPr/>
          <p:nvPr/>
        </p:nvSpPr>
        <p:spPr>
          <a:xfrm>
            <a:off x="3696840" y="125172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B866B0D-82DB-5FAD-0D68-40E5ACBB893E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F80A67F-7DC3-4EE8-1777-FFB2E78B4B9A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50CF848-7CCB-F29B-1151-3EF4A399842D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32C0B1-9D4F-E90C-B387-F07B52162CB7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56CC86C-2DE9-4845-96E7-9EDFC2287B51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38AF1DD-3032-2CA7-1C94-7222D47F387B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9B27017-0D84-139A-3A47-E21BCADCB2A8}"/>
              </a:ext>
            </a:extLst>
          </p:cNvPr>
          <p:cNvSpPr/>
          <p:nvPr/>
        </p:nvSpPr>
        <p:spPr>
          <a:xfrm>
            <a:off x="3435840" y="339192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69000-3EB3-AC01-4639-246BE679AD6E}"/>
              </a:ext>
            </a:extLst>
          </p:cNvPr>
          <p:cNvSpPr txBox="1"/>
          <p:nvPr/>
        </p:nvSpPr>
        <p:spPr>
          <a:xfrm>
            <a:off x="3507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05F00BB-11C4-A030-ACAC-C77A268DDB2B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BD5A9-3E5C-257D-C9DE-5C07164C58CF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7ACE4A0-5786-A795-C4AF-A6CF7EBD525B}"/>
              </a:ext>
            </a:extLst>
          </p:cNvPr>
          <p:cNvSpPr/>
          <p:nvPr/>
        </p:nvSpPr>
        <p:spPr>
          <a:xfrm>
            <a:off x="2457720" y="188748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 w="19080">
            <a:solidFill>
              <a:srgbClr val="666666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8D4F6C-D190-369B-F1A9-774E436E7C4C}"/>
              </a:ext>
            </a:extLst>
          </p:cNvPr>
          <p:cNvSpPr txBox="1"/>
          <p:nvPr/>
        </p:nvSpPr>
        <p:spPr>
          <a:xfrm>
            <a:off x="2549160" y="2017800"/>
            <a:ext cx="105876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shared-data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0338B3F4-6604-B2B2-9D0C-CDAA8EAC6ECE}"/>
              </a:ext>
            </a:extLst>
          </p:cNvPr>
          <p:cNvSpPr/>
          <p:nvPr/>
        </p:nvSpPr>
        <p:spPr>
          <a:xfrm>
            <a:off x="3128400" y="2710080"/>
            <a:ext cx="475559" cy="676800"/>
          </a:xfrm>
          <a:prstGeom prst="line">
            <a:avLst/>
          </a:prstGeom>
          <a:noFill/>
          <a:ln w="19080">
            <a:solidFill>
              <a:srgbClr val="808080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8AE4822-DD01-860A-0DBD-B577B11B0CD1}"/>
              </a:ext>
            </a:extLst>
          </p:cNvPr>
          <p:cNvSpPr/>
          <p:nvPr/>
        </p:nvSpPr>
        <p:spPr>
          <a:xfrm flipH="1">
            <a:off x="2691360" y="2705400"/>
            <a:ext cx="475560" cy="676800"/>
          </a:xfrm>
          <a:prstGeom prst="line">
            <a:avLst/>
          </a:prstGeom>
          <a:noFill/>
          <a:ln w="19080">
            <a:solidFill>
              <a:srgbClr val="808080"/>
            </a:solidFill>
            <a:prstDash val="solid"/>
            <a:tailEnd type="arrow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0394A03C-A362-901E-8690-2FC26D0E61B3}"/>
              </a:ext>
            </a:extLst>
          </p:cNvPr>
          <p:cNvSpPr/>
          <p:nvPr/>
        </p:nvSpPr>
        <p:spPr>
          <a:xfrm>
            <a:off x="3132720" y="1251360"/>
            <a:ext cx="0" cy="64080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3740AE5-D648-7C11-F29D-71CA2933CE2F}"/>
              </a:ext>
            </a:extLst>
          </p:cNvPr>
          <p:cNvSpPr/>
          <p:nvPr/>
        </p:nvSpPr>
        <p:spPr>
          <a:xfrm>
            <a:off x="224820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5C9ED3-2116-84F3-01CC-091A5ED73242}"/>
              </a:ext>
            </a:extLst>
          </p:cNvPr>
          <p:cNvSpPr txBox="1"/>
          <p:nvPr/>
        </p:nvSpPr>
        <p:spPr>
          <a:xfrm>
            <a:off x="2320200" y="352188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B183F83-CA68-EB46-98AB-7F06ACB8DFAB}"/>
              </a:ext>
            </a:extLst>
          </p:cNvPr>
          <p:cNvSpPr/>
          <p:nvPr/>
        </p:nvSpPr>
        <p:spPr>
          <a:xfrm>
            <a:off x="4011840" y="189756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71E3A4-87EC-E0F4-1034-A5D4C1EAD9CA}"/>
              </a:ext>
            </a:extLst>
          </p:cNvPr>
          <p:cNvSpPr txBox="1"/>
          <p:nvPr/>
        </p:nvSpPr>
        <p:spPr>
          <a:xfrm>
            <a:off x="4139279" y="213588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15A9C9D-5B38-F6AD-98F4-F0364E109C9C}"/>
              </a:ext>
            </a:extLst>
          </p:cNvPr>
          <p:cNvSpPr/>
          <p:nvPr/>
        </p:nvSpPr>
        <p:spPr>
          <a:xfrm flipH="1">
            <a:off x="3915360" y="272052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18E3AF4-676B-89F1-C3DD-204D438D3297}"/>
              </a:ext>
            </a:extLst>
          </p:cNvPr>
          <p:cNvSpPr/>
          <p:nvPr/>
        </p:nvSpPr>
        <p:spPr>
          <a:xfrm>
            <a:off x="4738320" y="272052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E9889C9-CB6B-3F14-BB10-1B42EE3CD6AD}"/>
              </a:ext>
            </a:extLst>
          </p:cNvPr>
          <p:cNvSpPr/>
          <p:nvPr/>
        </p:nvSpPr>
        <p:spPr>
          <a:xfrm>
            <a:off x="4390920" y="339732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E28C2266-4F79-3568-2052-19844A6A74EA}"/>
              </a:ext>
            </a:extLst>
          </p:cNvPr>
          <p:cNvSpPr/>
          <p:nvPr/>
        </p:nvSpPr>
        <p:spPr>
          <a:xfrm>
            <a:off x="5344560" y="33980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CB8F2CCC-1BD8-468D-29ED-00FD27111371}"/>
              </a:ext>
            </a:extLst>
          </p:cNvPr>
          <p:cNvSpPr/>
          <p:nvPr/>
        </p:nvSpPr>
        <p:spPr>
          <a:xfrm>
            <a:off x="5067360" y="272052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031E18-78F4-5406-59B9-5B02A8CDA779}"/>
              </a:ext>
            </a:extLst>
          </p:cNvPr>
          <p:cNvSpPr txBox="1"/>
          <p:nvPr/>
        </p:nvSpPr>
        <p:spPr>
          <a:xfrm>
            <a:off x="5345280" y="352692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2BA6D-83C6-2D16-58B9-C3FA4B79A6DC}"/>
              </a:ext>
            </a:extLst>
          </p:cNvPr>
          <p:cNvSpPr txBox="1"/>
          <p:nvPr/>
        </p:nvSpPr>
        <p:spPr>
          <a:xfrm>
            <a:off x="4392000" y="352692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62D1FB5-E479-531D-13D5-0F7C9A034E59}"/>
              </a:ext>
            </a:extLst>
          </p:cNvPr>
          <p:cNvSpPr/>
          <p:nvPr/>
        </p:nvSpPr>
        <p:spPr>
          <a:xfrm>
            <a:off x="4919400" y="3986640"/>
            <a:ext cx="384120" cy="49392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4F3A6A9-1292-C3BA-4827-959BD475B9E1}"/>
              </a:ext>
            </a:extLst>
          </p:cNvPr>
          <p:cNvSpPr/>
          <p:nvPr/>
        </p:nvSpPr>
        <p:spPr>
          <a:xfrm>
            <a:off x="5006880" y="4481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1F58A-723A-9E66-5403-42A73B0E5132}"/>
              </a:ext>
            </a:extLst>
          </p:cNvPr>
          <p:cNvSpPr txBox="1"/>
          <p:nvPr/>
        </p:nvSpPr>
        <p:spPr>
          <a:xfrm>
            <a:off x="4956840" y="460116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F0B96EE-57EA-0770-9AE0-3F1196A9F9D2}"/>
              </a:ext>
            </a:extLst>
          </p:cNvPr>
          <p:cNvSpPr/>
          <p:nvPr/>
        </p:nvSpPr>
        <p:spPr>
          <a:xfrm>
            <a:off x="3891239" y="44816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>
              <a:alpha val="20000"/>
            </a:srgbClr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9A567-E3A1-7659-FE0B-F65BDE2406CD}"/>
              </a:ext>
            </a:extLst>
          </p:cNvPr>
          <p:cNvSpPr txBox="1"/>
          <p:nvPr/>
        </p:nvSpPr>
        <p:spPr>
          <a:xfrm>
            <a:off x="3841200" y="460152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unique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3343EC6-6C52-5120-4F0F-A33F52187293}"/>
              </a:ext>
            </a:extLst>
          </p:cNvPr>
          <p:cNvSpPr/>
          <p:nvPr/>
        </p:nvSpPr>
        <p:spPr>
          <a:xfrm flipH="1">
            <a:off x="4451400" y="3986640"/>
            <a:ext cx="384120" cy="49392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3AAEF-1798-3D0E-EA86-290D0963AE01}"/>
              </a:ext>
            </a:extLst>
          </p:cNvPr>
          <p:cNvSpPr txBox="1"/>
          <p:nvPr/>
        </p:nvSpPr>
        <p:spPr>
          <a:xfrm>
            <a:off x="7185240" y="558360"/>
            <a:ext cx="11822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online</a:t>
            </a:r>
            <a:b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</a:b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repo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CA3E9B2-AEEF-BA45-496F-7C0B00495C40}"/>
              </a:ext>
            </a:extLst>
          </p:cNvPr>
          <p:cNvSpPr/>
          <p:nvPr/>
        </p:nvSpPr>
        <p:spPr>
          <a:xfrm rot="6331200">
            <a:off x="4906388" y="2736909"/>
            <a:ext cx="3812400" cy="7437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591" h="2067">
                <a:moveTo>
                  <a:pt x="0" y="0"/>
                </a:moveTo>
                <a:cubicBezTo>
                  <a:pt x="9490" y="1"/>
                  <a:pt x="10591" y="2067"/>
                  <a:pt x="10591" y="2067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9F814E6-E890-371C-6E65-255C6F36E408}"/>
              </a:ext>
            </a:extLst>
          </p:cNvPr>
          <p:cNvSpPr/>
          <p:nvPr/>
        </p:nvSpPr>
        <p:spPr>
          <a:xfrm>
            <a:off x="1787400" y="3986999"/>
            <a:ext cx="384120" cy="493921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7D5E10-801F-B174-F101-FF2D8D1618BE}"/>
              </a:ext>
            </a:extLst>
          </p:cNvPr>
          <p:cNvSpPr/>
          <p:nvPr/>
        </p:nvSpPr>
        <p:spPr>
          <a:xfrm>
            <a:off x="1874880" y="448164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9080">
            <a:solidFill>
              <a:srgbClr val="666666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AECCE-EC2F-6BF9-AA1D-C493997803D9}"/>
              </a:ext>
            </a:extLst>
          </p:cNvPr>
          <p:cNvSpPr txBox="1"/>
          <p:nvPr/>
        </p:nvSpPr>
        <p:spPr>
          <a:xfrm>
            <a:off x="1824840" y="460152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shared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0242754-EF49-9E3A-5237-73B4DE11E33D}"/>
              </a:ext>
            </a:extLst>
          </p:cNvPr>
          <p:cNvSpPr/>
          <p:nvPr/>
        </p:nvSpPr>
        <p:spPr>
          <a:xfrm>
            <a:off x="759240" y="448200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>
              <a:alpha val="20000"/>
            </a:srgbClr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47E40-2F5F-B2F1-676C-BF626EB05EE2}"/>
              </a:ext>
            </a:extLst>
          </p:cNvPr>
          <p:cNvSpPr txBox="1"/>
          <p:nvPr/>
        </p:nvSpPr>
        <p:spPr>
          <a:xfrm>
            <a:off x="709200" y="4601880"/>
            <a:ext cx="914760" cy="332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unique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104A86C-D065-E62B-1A2D-48CF7943B00B}"/>
              </a:ext>
            </a:extLst>
          </p:cNvPr>
          <p:cNvSpPr/>
          <p:nvPr/>
        </p:nvSpPr>
        <p:spPr>
          <a:xfrm flipH="1">
            <a:off x="1319400" y="3986999"/>
            <a:ext cx="384120" cy="493921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58039BE-E87C-DC76-2A65-AB0CDB4EEF0B}"/>
              </a:ext>
            </a:extLst>
          </p:cNvPr>
          <p:cNvSpPr/>
          <p:nvPr/>
        </p:nvSpPr>
        <p:spPr>
          <a:xfrm rot="4210200">
            <a:off x="3232235" y="1921393"/>
            <a:ext cx="5359680" cy="5920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9" h="16448">
                <a:moveTo>
                  <a:pt x="0" y="0"/>
                </a:moveTo>
                <a:cubicBezTo>
                  <a:pt x="18762" y="14"/>
                  <a:pt x="14465" y="16448"/>
                  <a:pt x="14465" y="1644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E89C56-093F-6B29-DB90-4356A64F68F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040880" y="238320"/>
            <a:ext cx="1564920" cy="1165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DB4EA5D4-EE0A-C71D-F302-4F81D4E72F89}"/>
              </a:ext>
            </a:extLst>
          </p:cNvPr>
          <p:cNvSpPr/>
          <p:nvPr/>
        </p:nvSpPr>
        <p:spPr>
          <a:xfrm>
            <a:off x="2502360" y="433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4F4F4"/>
          </a:solidFill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4D9F8D5-1817-A0DC-36E4-73C99A0C58FE}"/>
              </a:ext>
            </a:extLst>
          </p:cNvPr>
          <p:cNvSpPr/>
          <p:nvPr/>
        </p:nvSpPr>
        <p:spPr>
          <a:xfrm>
            <a:off x="915480" y="1891800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02CB1-79EE-35DA-6826-B8D9FB649523}"/>
              </a:ext>
            </a:extLst>
          </p:cNvPr>
          <p:cNvSpPr txBox="1"/>
          <p:nvPr/>
        </p:nvSpPr>
        <p:spPr>
          <a:xfrm>
            <a:off x="1042919" y="2130120"/>
            <a:ext cx="105084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project1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F5CA83E-4AE0-5225-2C8D-1E620F289769}"/>
              </a:ext>
            </a:extLst>
          </p:cNvPr>
          <p:cNvSpPr/>
          <p:nvPr/>
        </p:nvSpPr>
        <p:spPr>
          <a:xfrm flipH="1">
            <a:off x="824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56CA7B1-4934-F653-A49D-8E859FDC1163}"/>
              </a:ext>
            </a:extLst>
          </p:cNvPr>
          <p:cNvSpPr/>
          <p:nvPr/>
        </p:nvSpPr>
        <p:spPr>
          <a:xfrm>
            <a:off x="1647000" y="2714760"/>
            <a:ext cx="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7FE64CF-CE9A-91D5-6847-BFAD71A64B80}"/>
              </a:ext>
            </a:extLst>
          </p:cNvPr>
          <p:cNvSpPr/>
          <p:nvPr/>
        </p:nvSpPr>
        <p:spPr>
          <a:xfrm>
            <a:off x="34452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DC2E4-66D4-C8D7-DDD3-725E66D17B17}"/>
              </a:ext>
            </a:extLst>
          </p:cNvPr>
          <p:cNvSpPr txBox="1"/>
          <p:nvPr/>
        </p:nvSpPr>
        <p:spPr>
          <a:xfrm>
            <a:off x="344520" y="3521160"/>
            <a:ext cx="95508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C08956-93CE-84F4-8716-5AE077420FD5}"/>
              </a:ext>
            </a:extLst>
          </p:cNvPr>
          <p:cNvSpPr/>
          <p:nvPr/>
        </p:nvSpPr>
        <p:spPr>
          <a:xfrm>
            <a:off x="1299600" y="339156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13B98E-8886-16AF-21B0-3F6B299D960A}"/>
              </a:ext>
            </a:extLst>
          </p:cNvPr>
          <p:cNvSpPr/>
          <p:nvPr/>
        </p:nvSpPr>
        <p:spPr>
          <a:xfrm>
            <a:off x="22532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1EEFD"/>
          </a:solidFill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8922E8D-C70D-4256-1BBA-DD04CA486C6F}"/>
              </a:ext>
            </a:extLst>
          </p:cNvPr>
          <p:cNvSpPr/>
          <p:nvPr/>
        </p:nvSpPr>
        <p:spPr>
          <a:xfrm>
            <a:off x="1976040" y="2714760"/>
            <a:ext cx="475560" cy="676800"/>
          </a:xfrm>
          <a:prstGeom prst="line">
            <a:avLst/>
          </a:prstGeom>
          <a:noFill/>
          <a:ln w="19080">
            <a:solidFill>
              <a:srgbClr val="3465A4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5DCAD74A-A659-ABB8-8B17-85A7D87D5603}"/>
              </a:ext>
            </a:extLst>
          </p:cNvPr>
          <p:cNvSpPr/>
          <p:nvPr/>
        </p:nvSpPr>
        <p:spPr>
          <a:xfrm flipH="1">
            <a:off x="1572840" y="1252080"/>
            <a:ext cx="1005840" cy="640439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51D763-88EC-549A-FC77-D14248D25D43}"/>
              </a:ext>
            </a:extLst>
          </p:cNvPr>
          <p:cNvSpPr txBox="1"/>
          <p:nvPr/>
        </p:nvSpPr>
        <p:spPr>
          <a:xfrm>
            <a:off x="2355840" y="352152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66B18B-F2AE-D378-A724-0DAC3A9D00A3}"/>
              </a:ext>
            </a:extLst>
          </p:cNvPr>
          <p:cNvSpPr txBox="1"/>
          <p:nvPr/>
        </p:nvSpPr>
        <p:spPr>
          <a:xfrm>
            <a:off x="1300680" y="352116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51D16E78-CB0B-1088-AEF7-9323E05C66CE}"/>
              </a:ext>
            </a:extLst>
          </p:cNvPr>
          <p:cNvSpPr/>
          <p:nvPr/>
        </p:nvSpPr>
        <p:spPr>
          <a:xfrm>
            <a:off x="3696840" y="1247040"/>
            <a:ext cx="1005840" cy="640440"/>
          </a:xfrm>
          <a:prstGeom prst="line">
            <a:avLst/>
          </a:prstGeom>
          <a:noFill/>
          <a:ln w="19080">
            <a:solidFill>
              <a:srgbClr val="808080"/>
            </a:solidFill>
            <a:custDash>
              <a:ds d="197000" sp="127000"/>
            </a:custDash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7D0463B-F540-8EA9-14E5-40AEAF04A39C}"/>
              </a:ext>
            </a:extLst>
          </p:cNvPr>
          <p:cNvSpPr/>
          <p:nvPr/>
        </p:nvSpPr>
        <p:spPr>
          <a:xfrm>
            <a:off x="4011840" y="1892519"/>
            <a:ext cx="1280160" cy="8229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AFA0C8-573C-9C96-0B66-7D4364A7151A}"/>
              </a:ext>
            </a:extLst>
          </p:cNvPr>
          <p:cNvSpPr txBox="1"/>
          <p:nvPr/>
        </p:nvSpPr>
        <p:spPr>
          <a:xfrm>
            <a:off x="4139279" y="2130840"/>
            <a:ext cx="1152720" cy="574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project2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738F3F0A-A51E-C121-67E3-8D3608143B47}"/>
              </a:ext>
            </a:extLst>
          </p:cNvPr>
          <p:cNvSpPr/>
          <p:nvPr/>
        </p:nvSpPr>
        <p:spPr>
          <a:xfrm flipH="1">
            <a:off x="3915360" y="271548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5EC7239B-7F4B-3E32-D1B1-58141BC788EA}"/>
              </a:ext>
            </a:extLst>
          </p:cNvPr>
          <p:cNvSpPr/>
          <p:nvPr/>
        </p:nvSpPr>
        <p:spPr>
          <a:xfrm>
            <a:off x="4738320" y="2715480"/>
            <a:ext cx="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1CD31510-1F07-BEC9-4D82-B2EB2B56DC6F}"/>
              </a:ext>
            </a:extLst>
          </p:cNvPr>
          <p:cNvSpPr/>
          <p:nvPr/>
        </p:nvSpPr>
        <p:spPr>
          <a:xfrm>
            <a:off x="343584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DAACE5-B824-3038-DAAC-3FD562342BF2}"/>
              </a:ext>
            </a:extLst>
          </p:cNvPr>
          <p:cNvSpPr txBox="1"/>
          <p:nvPr/>
        </p:nvSpPr>
        <p:spPr>
          <a:xfrm>
            <a:off x="3507840" y="3521880"/>
            <a:ext cx="662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data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FC7E2AA-E989-849D-4470-81D1EFBB71F1}"/>
              </a:ext>
            </a:extLst>
          </p:cNvPr>
          <p:cNvSpPr/>
          <p:nvPr/>
        </p:nvSpPr>
        <p:spPr>
          <a:xfrm>
            <a:off x="4390920" y="339228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AE8BB3ED-4525-DD18-3973-A449E8E61F2A}"/>
              </a:ext>
            </a:extLst>
          </p:cNvPr>
          <p:cNvSpPr/>
          <p:nvPr/>
        </p:nvSpPr>
        <p:spPr>
          <a:xfrm>
            <a:off x="5344560" y="3393000"/>
            <a:ext cx="845280" cy="603360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EFADC"/>
          </a:solidFill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970506CC-D7AA-06EF-DB8C-F63F0DE82795}"/>
              </a:ext>
            </a:extLst>
          </p:cNvPr>
          <p:cNvSpPr/>
          <p:nvPr/>
        </p:nvSpPr>
        <p:spPr>
          <a:xfrm>
            <a:off x="5067360" y="2715480"/>
            <a:ext cx="475560" cy="676800"/>
          </a:xfrm>
          <a:prstGeom prst="line">
            <a:avLst/>
          </a:prstGeom>
          <a:noFill/>
          <a:ln w="19080">
            <a:solidFill>
              <a:srgbClr val="069A2E"/>
            </a:solidFill>
            <a:prstDash val="solid"/>
          </a:ln>
        </p:spPr>
        <p:txBody>
          <a:bodyPr wrap="none" lIns="99360" tIns="54360" rIns="99360" bIns="54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FD509-C834-42A5-D531-BD96D96C7BF5}"/>
              </a:ext>
            </a:extLst>
          </p:cNvPr>
          <p:cNvSpPr txBox="1"/>
          <p:nvPr/>
        </p:nvSpPr>
        <p:spPr>
          <a:xfrm>
            <a:off x="5345280" y="352188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results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D03935-CF21-2613-8B24-D451C8381830}"/>
              </a:ext>
            </a:extLst>
          </p:cNvPr>
          <p:cNvSpPr txBox="1"/>
          <p:nvPr/>
        </p:nvSpPr>
        <p:spPr>
          <a:xfrm>
            <a:off x="4392000" y="3521880"/>
            <a:ext cx="89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Lohit Devanagari" pitchFamily="2"/>
              </a:rPr>
              <a:t>scripts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84C9B7-BBD6-21D0-00CC-C6C5E162C103}"/>
              </a:ext>
            </a:extLst>
          </p:cNvPr>
          <p:cNvSpPr txBox="1"/>
          <p:nvPr/>
        </p:nvSpPr>
        <p:spPr>
          <a:xfrm>
            <a:off x="2644200" y="666000"/>
            <a:ext cx="1005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1" i="1" u="none" strike="noStrike" kern="1200" cap="none">
                <a:ln>
                  <a:noFill/>
                </a:ln>
                <a:solidFill>
                  <a:srgbClr val="808080"/>
                </a:solidFill>
                <a:latin typeface="Liberation Sans" pitchFamily="18"/>
                <a:ea typeface="Noto Sans CJK SC" pitchFamily="2"/>
                <a:cs typeface="Lohit Devanagari" pitchFamily="2"/>
              </a:rPr>
              <a:t>$HOME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272</Words>
  <Application>Microsoft Macintosh PowerPoint</Application>
  <PresentationFormat>Custom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FreeMono</vt:lpstr>
      <vt:lpstr>Liberation Sans</vt:lpstr>
      <vt:lpstr>Liberation Serif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jelmer_base</dc:title>
  <dc:creator>Jelmer Poelstra</dc:creator>
  <cp:lastModifiedBy>Poelstra, Jelmer</cp:lastModifiedBy>
  <cp:revision>22</cp:revision>
  <dcterms:created xsi:type="dcterms:W3CDTF">2021-01-12T11:35:30Z</dcterms:created>
  <dcterms:modified xsi:type="dcterms:W3CDTF">2025-09-22T15:46:48Z</dcterms:modified>
</cp:coreProperties>
</file>