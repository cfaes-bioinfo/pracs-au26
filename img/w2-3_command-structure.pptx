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26A4"/>
    <a:srgbClr val="4078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howGuides="1">
      <p:cViewPr varScale="1">
        <p:scale>
          <a:sx n="104" d="100"/>
          <a:sy n="104" d="100"/>
        </p:scale>
        <p:origin x="232" y="568"/>
      </p:cViewPr>
      <p:guideLst>
        <p:guide orient="horz" pos="15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59D91-B26C-8248-86BF-2D3CE3BE36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47681-DD2A-E47B-F353-30EA3F405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66A95-A5FD-EE6A-7805-8E65EB85D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110B3-5B68-4D44-8E11-477820ABF19E}" type="datetimeFigureOut">
              <a:rPr lang="en-US" smtClean="0"/>
              <a:t>7/12/25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54BAF-4B46-71A5-EACB-420F5FEA6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029CC-9AFE-ADA7-CB8C-7719F759B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6B8-3495-C141-BB5C-2D36CF9BE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475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2D76F-69DD-52B5-4679-57E1B8460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E1E32-1EFC-3638-10C7-AB0E27CDD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705BC-C93C-F061-07E8-DD0474FE7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110B3-5B68-4D44-8E11-477820ABF19E}" type="datetimeFigureOut">
              <a:rPr lang="en-US" smtClean="0"/>
              <a:t>7/12/25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AC45F-A093-918D-7F10-9DD000CDA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680E9-8AB1-69C3-297C-38413E9E5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6B8-3495-C141-BB5C-2D36CF9BE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705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C99F5-E766-FA08-B067-5C07D92F8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6C966-3B0D-8867-0A6E-DC97EA7E6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D5FD9-ECC4-3B38-0B11-1C8FA2AEF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110B3-5B68-4D44-8E11-477820ABF19E}" type="datetimeFigureOut">
              <a:rPr lang="en-US" smtClean="0"/>
              <a:t>7/12/25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B7388-95D6-8CD0-2434-4B75D14B9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82D26-DA97-F655-43F3-F919BF23F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6B8-3495-C141-BB5C-2D36CF9BE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229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9E987-B0F4-4B82-64BA-488F37DFC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D7E58-DA78-658F-B364-65CB768F49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74751C-FECB-0E41-3E37-9D6325C54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E59F8-C70A-5D37-11BA-ED3B106C4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110B3-5B68-4D44-8E11-477820ABF19E}" type="datetimeFigureOut">
              <a:rPr lang="en-US" smtClean="0"/>
              <a:t>7/12/25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3CD4F-5488-771A-43E4-0948CC064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E4A36-AF48-77D3-2EF5-6A88D5B61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6B8-3495-C141-BB5C-2D36CF9BE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31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F21D6-4EC1-FB55-7A39-D2A67F937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D16AF-9D0D-DAC9-84CA-5CF2E641A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6F7DB-C73C-612C-AF03-DD731DCEC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EDB1A5-5157-F863-F287-21C4B285A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DFF673-303E-7899-5E60-5A2F901A5E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91662B-AE79-1148-72C3-D73288D6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110B3-5B68-4D44-8E11-477820ABF19E}" type="datetimeFigureOut">
              <a:rPr lang="en-US" smtClean="0"/>
              <a:t>7/12/25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F5DF37-D9AF-E643-65C2-CC6E7A15F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ADDD56-C346-0C2D-543B-BCC5520A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6B8-3495-C141-BB5C-2D36CF9BE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31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93EE3-FFAD-DCB6-BDCC-F8D34059B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58D219-98F7-D78C-8E8E-675F051C5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110B3-5B68-4D44-8E11-477820ABF19E}" type="datetimeFigureOut">
              <a:rPr lang="en-US" smtClean="0"/>
              <a:t>7/12/25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FA2BA2-B20C-9041-786F-27B36A4FC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DA4F23-8DF4-811A-3CF0-A2C53E24E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6B8-3495-C141-BB5C-2D36CF9BE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673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6BB00D-A323-484B-EC42-257FFD69D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110B3-5B68-4D44-8E11-477820ABF19E}" type="datetimeFigureOut">
              <a:rPr lang="en-US" smtClean="0"/>
              <a:t>7/12/25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E20F2E-3EEA-D4E1-67A5-DB98D6076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1B7BE-6437-7B3A-E07C-AD8E7FA4C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6B8-3495-C141-BB5C-2D36CF9BE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867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60ED7-DD2A-296B-DB82-65E37FD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11755-E1CF-2E43-0306-2D196D39E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D7CA6-FFE1-D10D-BCB3-7657CBA7E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1F32F-E0C7-CC43-FB06-F92B3A162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110B3-5B68-4D44-8E11-477820ABF19E}" type="datetimeFigureOut">
              <a:rPr lang="en-US" smtClean="0"/>
              <a:t>7/12/25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24EFF-62C3-1CCE-4056-CE95B9C57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A5856-02ED-BAE2-7F83-B21E4BFFA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6B8-3495-C141-BB5C-2D36CF9BE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334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7F8BE-94E6-A35A-1B37-DBC82D766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F3B3FD-068D-7365-A3CF-C50DB59D2D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215E9-3739-6474-EEC6-E19E4CB40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D2B76-F7E6-F3FC-33CC-3267F2575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110B3-5B68-4D44-8E11-477820ABF19E}" type="datetimeFigureOut">
              <a:rPr lang="en-US" smtClean="0"/>
              <a:t>7/12/25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B1DC04-50EA-D8B1-2ACA-26536FAA0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4EE72-41A5-EEAC-8D33-6D92D7C02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6B8-3495-C141-BB5C-2D36CF9BE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08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6007B-ADEE-A969-3A16-614B1A00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946E5F-FF39-4B73-99AE-9902442F3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A8FDD-72C8-C1F4-92E5-CEE873DA8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110B3-5B68-4D44-8E11-477820ABF19E}" type="datetimeFigureOut">
              <a:rPr lang="en-US" smtClean="0"/>
              <a:t>7/12/25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B0FCE-5859-30C8-4247-EAE55A3D8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1A3F8-2D3C-858A-E23F-B27C71CBA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6B8-3495-C141-BB5C-2D36CF9BE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662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032D91-C243-064B-6AB4-AFFA7848AA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A57C49-285E-0890-2478-1EE132417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C08FC-104F-6BF6-BB5A-CF4CB43C2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110B3-5B68-4D44-8E11-477820ABF19E}" type="datetimeFigureOut">
              <a:rPr lang="en-US" smtClean="0"/>
              <a:t>7/12/25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52492-B973-938C-0EF3-351CE0AFC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DC31F-4857-9CF8-A837-4E5286134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6B8-3495-C141-BB5C-2D36CF9BE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422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B3AE3F-476D-B34F-2D97-7EA25225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001E8-2E13-D30E-7D4E-383BA5C37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3D91E-EECA-EAB3-7B31-9A3468107D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7110B3-5B68-4D44-8E11-477820ABF19E}" type="datetimeFigureOut">
              <a:rPr lang="en-US" smtClean="0"/>
              <a:t>7/12/25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A423D-071E-3CCE-43A0-6E67B484D8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37B8C-D3A0-B74B-74BA-3BFEBBC7A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1C06B8-3495-C141-BB5C-2D36CF9BE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40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62FE556-5476-CA3C-2889-5F4FB2EA8A7F}"/>
              </a:ext>
            </a:extLst>
          </p:cNvPr>
          <p:cNvGrpSpPr/>
          <p:nvPr/>
        </p:nvGrpSpPr>
        <p:grpSpPr>
          <a:xfrm>
            <a:off x="2367667" y="1638193"/>
            <a:ext cx="6049484" cy="2106278"/>
            <a:chOff x="2367667" y="1638193"/>
            <a:chExt cx="6049484" cy="210627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467663C-BF5D-31B9-600B-153015E39964}"/>
                </a:ext>
              </a:extLst>
            </p:cNvPr>
            <p:cNvSpPr txBox="1"/>
            <p:nvPr/>
          </p:nvSpPr>
          <p:spPr>
            <a:xfrm>
              <a:off x="3342432" y="1638193"/>
              <a:ext cx="469798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dirty="0" err="1">
                  <a:solidFill>
                    <a:srgbClr val="4078F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cal</a:t>
              </a:r>
              <a:r>
                <a:rPr lang="en-US" sz="5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5000" dirty="0">
                  <a:solidFill>
                    <a:srgbClr val="A626A4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-j</a:t>
              </a:r>
              <a:r>
                <a:rPr lang="en-US" sz="5000" dirty="0">
                  <a:latin typeface="Consolas" panose="020B0609020204030204" pitchFamily="49" charset="0"/>
                  <a:cs typeface="Consolas" panose="020B0609020204030204" pitchFamily="49" charset="0"/>
                </a:rPr>
                <a:t> 2020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FD6FCA8-FBAE-E826-0F1C-D1F417EE910D}"/>
                </a:ext>
              </a:extLst>
            </p:cNvPr>
            <p:cNvCxnSpPr>
              <a:cxnSpLocks/>
            </p:cNvCxnSpPr>
            <p:nvPr/>
          </p:nvCxnSpPr>
          <p:spPr>
            <a:xfrm>
              <a:off x="3915384" y="2499966"/>
              <a:ext cx="0" cy="71619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6BA0794-99C9-C753-E4E8-1AE33B34CC9D}"/>
                </a:ext>
              </a:extLst>
            </p:cNvPr>
            <p:cNvSpPr txBox="1"/>
            <p:nvPr/>
          </p:nvSpPr>
          <p:spPr>
            <a:xfrm>
              <a:off x="2367667" y="3113529"/>
              <a:ext cx="2205748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500" dirty="0">
                  <a:solidFill>
                    <a:schemeClr val="bg1">
                      <a:lumMod val="65000"/>
                    </a:schemeClr>
                  </a:solidFill>
                </a:rPr>
                <a:t>command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A4B7CE4-F9C6-EE5E-F9E3-E0C9C2740859}"/>
                </a:ext>
              </a:extLst>
            </p:cNvPr>
            <p:cNvCxnSpPr>
              <a:cxnSpLocks/>
            </p:cNvCxnSpPr>
            <p:nvPr/>
          </p:nvCxnSpPr>
          <p:spPr>
            <a:xfrm>
              <a:off x="5204040" y="2499966"/>
              <a:ext cx="0" cy="71619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26B9419-DD59-D4B9-C2EF-702E356EDB4E}"/>
                </a:ext>
              </a:extLst>
            </p:cNvPr>
            <p:cNvSpPr txBox="1"/>
            <p:nvPr/>
          </p:nvSpPr>
          <p:spPr>
            <a:xfrm>
              <a:off x="4588549" y="3113529"/>
              <a:ext cx="2205748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500" dirty="0">
                  <a:solidFill>
                    <a:schemeClr val="bg1">
                      <a:lumMod val="65000"/>
                    </a:schemeClr>
                  </a:solidFill>
                </a:rPr>
                <a:t>option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06D1EC8-43A0-79A8-C8FE-BD506C92C22C}"/>
                </a:ext>
              </a:extLst>
            </p:cNvPr>
            <p:cNvCxnSpPr>
              <a:cxnSpLocks/>
            </p:cNvCxnSpPr>
            <p:nvPr/>
          </p:nvCxnSpPr>
          <p:spPr>
            <a:xfrm>
              <a:off x="6592116" y="2499965"/>
              <a:ext cx="0" cy="71619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81543EF-8627-B996-EB17-C9EED2DB14BE}"/>
                </a:ext>
              </a:extLst>
            </p:cNvPr>
            <p:cNvSpPr txBox="1"/>
            <p:nvPr/>
          </p:nvSpPr>
          <p:spPr>
            <a:xfrm>
              <a:off x="6211403" y="3113529"/>
              <a:ext cx="2205748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500" dirty="0">
                  <a:solidFill>
                    <a:schemeClr val="bg1">
                      <a:lumMod val="65000"/>
                    </a:schemeClr>
                  </a:solidFill>
                </a:rPr>
                <a:t>argument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5306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Poelstra, Jelmer</dc:creator>
  <cp:lastModifiedBy>Poelstra, Jelmer</cp:lastModifiedBy>
  <cp:revision>1</cp:revision>
  <dcterms:created xsi:type="dcterms:W3CDTF">2025-07-12T18:21:06Z</dcterms:created>
  <dcterms:modified xsi:type="dcterms:W3CDTF">2025-07-12T18:37:25Z</dcterms:modified>
</cp:coreProperties>
</file>