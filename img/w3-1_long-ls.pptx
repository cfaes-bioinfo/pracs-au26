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 showGuides="1">
      <p:cViewPr varScale="1">
        <p:scale>
          <a:sx n="104" d="100"/>
          <a:sy n="104" d="100"/>
        </p:scale>
        <p:origin x="232" y="5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C4370-6EEE-6BAD-2283-F1CC061F6A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EA7B20-0F32-FD24-6344-D87E839C37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E291F8-3F75-7A59-BB4D-1C43049B4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45ED3-C3F0-1C4A-B8EA-2BCCA1C744BD}" type="datetimeFigureOut">
              <a:rPr lang="en-US" smtClean="0"/>
              <a:t>7/13/25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2F3211-0967-1CE6-41D2-17DB5560C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F910F0-2040-226A-4AE4-24FC6403A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981EA-B91A-1347-B73B-05709E815C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20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64303-C469-6671-42C9-A73DB2F8D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3376B6-F8D0-97D3-FE28-78455CAE16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9072AD-816E-52FA-D86E-0D6B9DCAE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45ED3-C3F0-1C4A-B8EA-2BCCA1C744BD}" type="datetimeFigureOut">
              <a:rPr lang="en-US" smtClean="0"/>
              <a:t>7/13/25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FB86A5-B3CD-8324-9FD8-DE0322419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92B2BF-0081-C516-49DA-9EC1BBA8E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981EA-B91A-1347-B73B-05709E815C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3346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F74CB-7A19-9B6B-AE4E-9F8224E00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C2CA46-EFBA-BEAC-9BD3-7671F80EFD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838866-59C0-D19E-8F8E-DBF42C13A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45ED3-C3F0-1C4A-B8EA-2BCCA1C744BD}" type="datetimeFigureOut">
              <a:rPr lang="en-US" smtClean="0"/>
              <a:t>7/13/25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F4F7D0-74C8-F747-F3FC-61B8E335D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27C8E3-A6AB-235E-9663-5354FBD5D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981EA-B91A-1347-B73B-05709E815C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730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4561E-58D3-80EC-8DB0-8BCE9AA2B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66A60A-745C-06A4-ED7F-22F15CC404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BAB518-06B4-2D6B-1F0A-C239DA00C5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CF35B7-6AD2-01F6-F012-0C95579B7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45ED3-C3F0-1C4A-B8EA-2BCCA1C744BD}" type="datetimeFigureOut">
              <a:rPr lang="en-US" smtClean="0"/>
              <a:t>7/13/25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E72A4F-9A8D-1105-90C7-8C80F39BE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2CFAFC-25B4-2EAD-3D72-A3E71990E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981EA-B91A-1347-B73B-05709E815C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8989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4D427-479C-4D0C-FCCD-A5EF5DD27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308D61-714F-8B1F-8D95-B73FCB3A91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B92E0C-C6A5-B504-DC39-51DA4E7853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137B2C-F978-76D7-ABB3-FAD4C7D3E0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C001BE-0318-B1F5-A28C-2113F5A9AF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C987F5-158F-CE51-4AF2-324E28340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45ED3-C3F0-1C4A-B8EA-2BCCA1C744BD}" type="datetimeFigureOut">
              <a:rPr lang="en-US" smtClean="0"/>
              <a:t>7/13/25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0B082AE-8DFE-A900-14B7-9C771382C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B9AE67-D313-35F2-4265-E04C06591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981EA-B91A-1347-B73B-05709E815C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5850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14AC6-563A-70F0-A23C-0638AD781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45FBBB-61DB-599A-6FB8-AA0031E65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45ED3-C3F0-1C4A-B8EA-2BCCA1C744BD}" type="datetimeFigureOut">
              <a:rPr lang="en-US" smtClean="0"/>
              <a:t>7/13/25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026CBE-C6DF-AFE8-C946-E6C2C8F09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44459E-9BC0-4BD7-D41E-E32FB457A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981EA-B91A-1347-B73B-05709E815C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6977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0AFCF0-CBA1-C972-FBE2-D6EA7C86C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45ED3-C3F0-1C4A-B8EA-2BCCA1C744BD}" type="datetimeFigureOut">
              <a:rPr lang="en-US" smtClean="0"/>
              <a:t>7/13/25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ED2DAF-6916-80AC-9884-1AAAD2903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0286C6-BFB9-02EA-8F7B-C607684BD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981EA-B91A-1347-B73B-05709E815C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892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58100-016D-7150-0E03-37B462265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B0861D-9801-5D0C-2436-1F66C3B453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A71C11-344D-29E0-D88C-8F94094BD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B48782-C328-013C-2E4C-AC3466069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45ED3-C3F0-1C4A-B8EA-2BCCA1C744BD}" type="datetimeFigureOut">
              <a:rPr lang="en-US" smtClean="0"/>
              <a:t>7/13/25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CED343-C954-D368-42C9-3026BE1DB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B02AE7-10DB-793F-E7C9-D16790435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981EA-B91A-1347-B73B-05709E815C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0371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5539D-E663-AA2D-207B-6E7C574B4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C35989-B314-780F-6BC6-5810B3DE41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FCB911-A9DE-7D9A-B7C2-7AC8F3B4C2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7F5524-867C-D50B-A4CB-9A8FD6D9D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45ED3-C3F0-1C4A-B8EA-2BCCA1C744BD}" type="datetimeFigureOut">
              <a:rPr lang="en-US" smtClean="0"/>
              <a:t>7/13/25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6E1226-4EA1-9A90-1D01-C123EC9DE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266548-E4F1-EE54-086A-FD5236E5B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981EA-B91A-1347-B73B-05709E815C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458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D27E0-56C0-E853-B146-801A3CAED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DCF4B1-55AD-2A3A-9CF6-CDA2C69B67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84A9AC-56C8-C1CE-AF9E-71F909E43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45ED3-C3F0-1C4A-B8EA-2BCCA1C744BD}" type="datetimeFigureOut">
              <a:rPr lang="en-US" smtClean="0"/>
              <a:t>7/13/25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18B97A-50FB-4153-9DD1-3DEA2FB9D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F11A69-5483-566D-4830-889BDDF37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981EA-B91A-1347-B73B-05709E815C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9054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2A2530-8C9B-B5AD-F559-F1BDBFBE02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6C1233-060F-5C5B-B204-2319228984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26764E-CA1F-1EFA-03CF-ADBD5256F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45ED3-C3F0-1C4A-B8EA-2BCCA1C744BD}" type="datetimeFigureOut">
              <a:rPr lang="en-US" smtClean="0"/>
              <a:t>7/13/25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9148CF-084C-CD59-B15C-4CEB6FAD1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CF8A31-8389-A9BA-4792-22B4DD2C6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981EA-B91A-1347-B73B-05709E815C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765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1A943A-3357-BF3E-5912-0F7822690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C58618-1333-A282-7FBF-B1EBE4A3D1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6ACA6-EB09-C5A3-0BCA-D3C093F6D9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B45ED3-C3F0-1C4A-B8EA-2BCCA1C744BD}" type="datetimeFigureOut">
              <a:rPr lang="en-US" smtClean="0"/>
              <a:t>7/13/25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D1B2FD-13CD-8F2F-3AC5-AB64FEF923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3B50EC-6713-7A51-B47D-0C0EA10B99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7981EA-B91A-1347-B73B-05709E815C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4539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roup 44">
            <a:extLst>
              <a:ext uri="{FF2B5EF4-FFF2-40B4-BE49-F238E27FC236}">
                <a16:creationId xmlns:a16="http://schemas.microsoft.com/office/drawing/2014/main" id="{75A73541-E1CE-6E19-E362-D3C3A3FD45A2}"/>
              </a:ext>
            </a:extLst>
          </p:cNvPr>
          <p:cNvGrpSpPr/>
          <p:nvPr/>
        </p:nvGrpSpPr>
        <p:grpSpPr>
          <a:xfrm>
            <a:off x="1402481" y="1606377"/>
            <a:ext cx="8942430" cy="2732685"/>
            <a:chOff x="1402481" y="1606377"/>
            <a:chExt cx="8942430" cy="2732685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6FE343A-2FB4-97B6-915C-8764AD9ACE0A}"/>
                </a:ext>
              </a:extLst>
            </p:cNvPr>
            <p:cNvSpPr txBox="1"/>
            <p:nvPr/>
          </p:nvSpPr>
          <p:spPr>
            <a:xfrm>
              <a:off x="2980323" y="3403793"/>
              <a:ext cx="1111858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200" dirty="0">
                  <a:solidFill>
                    <a:schemeClr val="bg1">
                      <a:lumMod val="65000"/>
                    </a:schemeClr>
                  </a:solidFill>
                </a:rPr>
                <a:t># links</a:t>
              </a: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E6DABE89-F5B1-1FE1-7D3D-21BA0BD63F6D}"/>
                </a:ext>
              </a:extLst>
            </p:cNvPr>
            <p:cNvCxnSpPr>
              <a:cxnSpLocks/>
            </p:cNvCxnSpPr>
            <p:nvPr/>
          </p:nvCxnSpPr>
          <p:spPr>
            <a:xfrm>
              <a:off x="4214324" y="2896577"/>
              <a:ext cx="0" cy="251275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AFDFF6D-F82B-9C81-9513-57ECCEBDE5AD}"/>
                </a:ext>
              </a:extLst>
            </p:cNvPr>
            <p:cNvCxnSpPr>
              <a:cxnSpLocks/>
            </p:cNvCxnSpPr>
            <p:nvPr/>
          </p:nvCxnSpPr>
          <p:spPr>
            <a:xfrm>
              <a:off x="5428267" y="2901834"/>
              <a:ext cx="0" cy="251275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0431339-51C8-1D65-5792-765D13D84C8D}"/>
                </a:ext>
              </a:extLst>
            </p:cNvPr>
            <p:cNvSpPr txBox="1"/>
            <p:nvPr/>
          </p:nvSpPr>
          <p:spPr>
            <a:xfrm>
              <a:off x="3781134" y="3070240"/>
              <a:ext cx="1111858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200" dirty="0">
                  <a:solidFill>
                    <a:schemeClr val="bg1">
                      <a:lumMod val="65000"/>
                    </a:schemeClr>
                  </a:solidFill>
                </a:rPr>
                <a:t>owner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25917FE-69B3-57FE-E49B-D79DDF01E032}"/>
                </a:ext>
              </a:extLst>
            </p:cNvPr>
            <p:cNvSpPr txBox="1"/>
            <p:nvPr/>
          </p:nvSpPr>
          <p:spPr>
            <a:xfrm>
              <a:off x="5428266" y="3058128"/>
              <a:ext cx="1835029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200" dirty="0">
                  <a:solidFill>
                    <a:schemeClr val="bg1">
                      <a:lumMod val="65000"/>
                    </a:schemeClr>
                  </a:solidFill>
                </a:rPr>
                <a:t>size</a:t>
              </a:r>
              <a:br>
                <a:rPr lang="en-US" sz="2200" dirty="0">
                  <a:solidFill>
                    <a:schemeClr val="bg1">
                      <a:lumMod val="65000"/>
                    </a:schemeClr>
                  </a:solidFill>
                </a:rPr>
              </a:br>
              <a:r>
                <a:rPr lang="en-US" sz="2200" dirty="0">
                  <a:solidFill>
                    <a:schemeClr val="bg1">
                      <a:lumMod val="65000"/>
                    </a:schemeClr>
                  </a:solidFill>
                </a:rPr>
                <a:t>(files only)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121F0DB-3631-DECB-99F1-DB2C864FB50E}"/>
                </a:ext>
              </a:extLst>
            </p:cNvPr>
            <p:cNvSpPr txBox="1"/>
            <p:nvPr/>
          </p:nvSpPr>
          <p:spPr>
            <a:xfrm>
              <a:off x="4921766" y="3058128"/>
              <a:ext cx="1111858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200" dirty="0">
                  <a:solidFill>
                    <a:schemeClr val="bg1">
                      <a:lumMod val="65000"/>
                    </a:schemeClr>
                  </a:solidFill>
                </a:rPr>
                <a:t>group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FDF7ED0-A03A-5475-E3A9-9EE08E214601}"/>
                </a:ext>
              </a:extLst>
            </p:cNvPr>
            <p:cNvSpPr txBox="1"/>
            <p:nvPr/>
          </p:nvSpPr>
          <p:spPr>
            <a:xfrm>
              <a:off x="1614883" y="3063075"/>
              <a:ext cx="1709102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200" dirty="0">
                  <a:solidFill>
                    <a:schemeClr val="bg1">
                      <a:lumMod val="65000"/>
                    </a:schemeClr>
                  </a:solidFill>
                </a:rPr>
                <a:t>permissions</a:t>
              </a: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74B7CCE-DED1-AA90-D877-EE5DD2A11560}"/>
                </a:ext>
              </a:extLst>
            </p:cNvPr>
            <p:cNvCxnSpPr>
              <a:cxnSpLocks/>
            </p:cNvCxnSpPr>
            <p:nvPr/>
          </p:nvCxnSpPr>
          <p:spPr>
            <a:xfrm>
              <a:off x="6347922" y="2896581"/>
              <a:ext cx="0" cy="251275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ight Brace 20">
              <a:extLst>
                <a:ext uri="{FF2B5EF4-FFF2-40B4-BE49-F238E27FC236}">
                  <a16:creationId xmlns:a16="http://schemas.microsoft.com/office/drawing/2014/main" id="{98B1B61D-7A60-935F-7064-A16858E7B7F9}"/>
                </a:ext>
              </a:extLst>
            </p:cNvPr>
            <p:cNvSpPr/>
            <p:nvPr/>
          </p:nvSpPr>
          <p:spPr>
            <a:xfrm rot="5400000">
              <a:off x="2337083" y="2289796"/>
              <a:ext cx="251277" cy="1496364"/>
            </a:xfrm>
            <a:prstGeom prst="rightBrac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ight Brace 21">
              <a:extLst>
                <a:ext uri="{FF2B5EF4-FFF2-40B4-BE49-F238E27FC236}">
                  <a16:creationId xmlns:a16="http://schemas.microsoft.com/office/drawing/2014/main" id="{6709442F-1333-DECF-F16B-76184EB41736}"/>
                </a:ext>
              </a:extLst>
            </p:cNvPr>
            <p:cNvSpPr/>
            <p:nvPr/>
          </p:nvSpPr>
          <p:spPr>
            <a:xfrm rot="5400000">
              <a:off x="7632331" y="2095781"/>
              <a:ext cx="212281" cy="1824386"/>
            </a:xfrm>
            <a:prstGeom prst="rightBrac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1A8D6A7-4EEB-9108-0C12-1113676E1775}"/>
                </a:ext>
              </a:extLst>
            </p:cNvPr>
            <p:cNvCxnSpPr>
              <a:cxnSpLocks/>
            </p:cNvCxnSpPr>
            <p:nvPr/>
          </p:nvCxnSpPr>
          <p:spPr>
            <a:xfrm>
              <a:off x="9379449" y="2893546"/>
              <a:ext cx="0" cy="251275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29351889-81C9-0FDF-5EB0-CD01FF850434}"/>
                </a:ext>
              </a:extLst>
            </p:cNvPr>
            <p:cNvSpPr txBox="1"/>
            <p:nvPr/>
          </p:nvSpPr>
          <p:spPr>
            <a:xfrm>
              <a:off x="6953327" y="3070240"/>
              <a:ext cx="1484937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200" dirty="0">
                  <a:solidFill>
                    <a:schemeClr val="bg1">
                      <a:lumMod val="65000"/>
                    </a:schemeClr>
                  </a:solidFill>
                </a:rPr>
                <a:t>last modified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8B54EE3-542E-BDCB-3F5A-EEBF495FA113}"/>
                </a:ext>
              </a:extLst>
            </p:cNvPr>
            <p:cNvSpPr txBox="1"/>
            <p:nvPr/>
          </p:nvSpPr>
          <p:spPr>
            <a:xfrm>
              <a:off x="8946948" y="3046033"/>
              <a:ext cx="1111858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200" dirty="0">
                  <a:solidFill>
                    <a:schemeClr val="bg1">
                      <a:lumMod val="65000"/>
                    </a:schemeClr>
                  </a:solidFill>
                </a:rPr>
                <a:t>name</a:t>
              </a:r>
            </a:p>
          </p:txBody>
        </p:sp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5F1C3811-45C0-2B36-32B2-E67F27E87FF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19433" b="3454"/>
            <a:stretch>
              <a:fillRect/>
            </a:stretch>
          </p:blipFill>
          <p:spPr>
            <a:xfrm>
              <a:off x="1470342" y="1606377"/>
              <a:ext cx="8874569" cy="1202683"/>
            </a:xfrm>
            <a:prstGeom prst="rect">
              <a:avLst/>
            </a:prstGeom>
          </p:spPr>
        </p:pic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24357FB0-80D6-8B3C-A07C-1FD878DFCB87}"/>
                </a:ext>
              </a:extLst>
            </p:cNvPr>
            <p:cNvCxnSpPr>
              <a:cxnSpLocks/>
            </p:cNvCxnSpPr>
            <p:nvPr/>
          </p:nvCxnSpPr>
          <p:spPr>
            <a:xfrm>
              <a:off x="3484850" y="2836956"/>
              <a:ext cx="0" cy="592044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387AD4FC-AF56-845A-70DF-D7D8376CAD76}"/>
                </a:ext>
              </a:extLst>
            </p:cNvPr>
            <p:cNvCxnSpPr>
              <a:cxnSpLocks/>
            </p:cNvCxnSpPr>
            <p:nvPr/>
          </p:nvCxnSpPr>
          <p:spPr>
            <a:xfrm>
              <a:off x="1614883" y="2846357"/>
              <a:ext cx="0" cy="756306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012D8403-CC1B-8726-60A5-7A3E78A38220}"/>
                </a:ext>
              </a:extLst>
            </p:cNvPr>
            <p:cNvSpPr txBox="1"/>
            <p:nvPr/>
          </p:nvSpPr>
          <p:spPr>
            <a:xfrm>
              <a:off x="1402481" y="3569621"/>
              <a:ext cx="8754769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200" dirty="0">
                  <a:solidFill>
                    <a:schemeClr val="bg1">
                      <a:lumMod val="65000"/>
                    </a:schemeClr>
                  </a:solidFill>
                </a:rPr>
                <a:t>type:</a:t>
              </a:r>
              <a:br>
                <a:rPr lang="en-US" sz="2200" dirty="0">
                  <a:solidFill>
                    <a:schemeClr val="bg1">
                      <a:lumMod val="65000"/>
                    </a:schemeClr>
                  </a:solidFill>
                </a:rPr>
              </a:br>
              <a:r>
                <a:rPr lang="en-US" sz="2200" dirty="0">
                  <a:solidFill>
                    <a:schemeClr val="bg1">
                      <a:lumMod val="65000"/>
                    </a:schemeClr>
                  </a:solidFill>
                </a:rPr>
                <a:t>“</a:t>
              </a:r>
              <a:r>
                <a:rPr lang="en-US" sz="2200" dirty="0">
                  <a:solidFill>
                    <a:schemeClr val="bg1">
                      <a:lumMod val="6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-</a:t>
              </a:r>
              <a:r>
                <a:rPr lang="en-US" sz="2200" dirty="0">
                  <a:solidFill>
                    <a:schemeClr val="bg1">
                      <a:lumMod val="65000"/>
                    </a:schemeClr>
                  </a:solidFill>
                </a:rPr>
                <a:t>” = regular file / “</a:t>
              </a:r>
              <a:r>
                <a:rPr lang="en-US" sz="2200" dirty="0">
                  <a:solidFill>
                    <a:schemeClr val="bg1">
                      <a:lumMod val="6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d</a:t>
              </a:r>
              <a:r>
                <a:rPr lang="en-US" sz="2200" dirty="0">
                  <a:solidFill>
                    <a:schemeClr val="bg1">
                      <a:lumMod val="65000"/>
                    </a:schemeClr>
                  </a:solidFill>
                </a:rPr>
                <a:t>” = </a:t>
              </a:r>
              <a:r>
                <a:rPr lang="en-US" sz="2200" dirty="0" err="1">
                  <a:solidFill>
                    <a:schemeClr val="bg1">
                      <a:lumMod val="65000"/>
                    </a:schemeClr>
                  </a:solidFill>
                </a:rPr>
                <a:t>dir</a:t>
              </a:r>
              <a:r>
                <a:rPr lang="en-US" sz="2200" dirty="0">
                  <a:solidFill>
                    <a:schemeClr val="bg1">
                      <a:lumMod val="65000"/>
                    </a:schemeClr>
                  </a:solidFill>
                </a:rPr>
                <a:t> / “</a:t>
              </a:r>
              <a:r>
                <a:rPr lang="en-US" sz="2200" dirty="0">
                  <a:solidFill>
                    <a:schemeClr val="bg1">
                      <a:lumMod val="6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l</a:t>
              </a:r>
              <a:r>
                <a:rPr lang="en-US" sz="2200" dirty="0">
                  <a:solidFill>
                    <a:schemeClr val="bg1">
                      <a:lumMod val="65000"/>
                    </a:schemeClr>
                  </a:solidFill>
                </a:rPr>
                <a:t>” = link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890991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33</Words>
  <Application>Microsoft Macintosh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Consolas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Poelstra, Jelmer</dc:creator>
  <cp:lastModifiedBy>Poelstra, Jelmer</cp:lastModifiedBy>
  <cp:revision>3</cp:revision>
  <dcterms:created xsi:type="dcterms:W3CDTF">2025-07-13T11:37:58Z</dcterms:created>
  <dcterms:modified xsi:type="dcterms:W3CDTF">2025-07-13T12:17:27Z</dcterms:modified>
</cp:coreProperties>
</file>